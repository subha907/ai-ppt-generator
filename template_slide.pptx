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BB851B-A842-434E-A035-2E8CB0A557A1}" v="62" dt="2026-10-01T07:20:57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hendu Rai" userId="77763670-b43b-4ae3-8a08-d3eae3f19d11" providerId="ADAL" clId="{5C370488-44C3-49FD-B096-734931B67142}"/>
    <pc:docChg chg="undo custSel addSld delSld modSld sldOrd delMainMaster">
      <pc:chgData name="Ardhendu Rai" userId="77763670-b43b-4ae3-8a08-d3eae3f19d11" providerId="ADAL" clId="{5C370488-44C3-49FD-B096-734931B67142}" dt="2026-09-21T16:21:34.141" v="338"/>
      <pc:docMkLst>
        <pc:docMk/>
      </pc:docMkLst>
      <pc:sldChg chg="addSp delSp modSp add mod">
        <pc:chgData name="Ardhendu Rai" userId="77763670-b43b-4ae3-8a08-d3eae3f19d11" providerId="ADAL" clId="{5C370488-44C3-49FD-B096-734931B67142}" dt="2026-09-16T14:03:41.891" v="160"/>
        <pc:sldMkLst>
          <pc:docMk/>
          <pc:sldMk cId="3267295425" sldId="257"/>
        </pc:sldMkLst>
        <pc:spChg chg="mod">
          <ac:chgData name="Ardhendu Rai" userId="77763670-b43b-4ae3-8a08-d3eae3f19d11" providerId="ADAL" clId="{5C370488-44C3-49FD-B096-734931B67142}" dt="2026-09-16T14:03:10.451" v="156" actId="108"/>
          <ac:spMkLst>
            <pc:docMk/>
            <pc:sldMk cId="3267295425" sldId="257"/>
            <ac:spMk id="78" creationId="{C6F7CBFE-2E53-AA9A-3DC3-A389A35A23C7}"/>
          </ac:spMkLst>
        </pc:spChg>
        <pc:graphicFrameChg chg="add mod">
          <ac:chgData name="Ardhendu Rai" userId="77763670-b43b-4ae3-8a08-d3eae3f19d11" providerId="ADAL" clId="{5C370488-44C3-49FD-B096-734931B67142}" dt="2026-09-16T14:03:41.891" v="160"/>
          <ac:graphicFrameMkLst>
            <pc:docMk/>
            <pc:sldMk cId="3267295425" sldId="257"/>
            <ac:graphicFrameMk id="2" creationId="{7957F897-6FD1-EC47-61CF-033DB97CD682}"/>
          </ac:graphicFrameMkLst>
        </pc:graphicFrameChg>
      </pc:sldChg>
      <pc:sldChg chg="addSp delSp modSp add mod">
        <pc:chgData name="Ardhendu Rai" userId="77763670-b43b-4ae3-8a08-d3eae3f19d11" providerId="ADAL" clId="{5C370488-44C3-49FD-B096-734931B67142}" dt="2026-09-16T13:53:40.237" v="52" actId="1035"/>
        <pc:sldMkLst>
          <pc:docMk/>
          <pc:sldMk cId="1767228105" sldId="259"/>
        </pc:sldMkLst>
        <pc:spChg chg="mod">
          <ac:chgData name="Ardhendu Rai" userId="77763670-b43b-4ae3-8a08-d3eae3f19d11" providerId="ADAL" clId="{5C370488-44C3-49FD-B096-734931B67142}" dt="2026-09-16T13:52:43.301" v="3" actId="108"/>
          <ac:spMkLst>
            <pc:docMk/>
            <pc:sldMk cId="1767228105" sldId="259"/>
            <ac:spMk id="78" creationId="{1C5656C4-1BB7-F0DC-8EF6-96980FC1A183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09" creationId="{FDD8D21D-4E06-6A97-1C1B-BF67CAAE67DE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22" creationId="{B682A98C-B240-504A-A6E3-5366CFCFCEE5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34" creationId="{DEF04D5D-1E74-0BE6-6CC1-5AF656D10BEB}"/>
          </ac:spMkLst>
        </pc:spChg>
        <pc:spChg chg="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63" creationId="{2A0AFE84-7B81-B05C-111D-C1FEEE4022DC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72" creationId="{C14F0171-315C-E64D-7475-7B71C1BFC664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0" creationId="{401F52EA-1A9E-D1CE-7D41-843683E34C89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1" creationId="{B7612E28-990F-33CD-4254-3FA8EAEC44B4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2" creationId="{0EA931CE-3F69-C159-5864-F1BF1B82AEB5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3" creationId="{53242F2F-B414-4A47-FBD7-05751A296D90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4" creationId="{36E8D2A3-5F8B-B58B-B1D0-E5A528D3437E}"/>
          </ac:spMkLst>
        </pc:spChg>
        <pc:spChg chg="add 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5" creationId="{237C551C-1D05-163A-35E8-6221D185A29E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6" creationId="{C962AFC3-E8DE-DDDD-08F5-110C5B5434B4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87" creationId="{45AA4850-B1A5-A5AD-C40C-1967308565E1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90" creationId="{C0E633DB-738E-4C74-2C87-692A3EFD3386}"/>
          </ac:spMkLst>
        </pc:spChg>
        <pc:spChg chg="mod">
          <ac:chgData name="Ardhendu Rai" userId="77763670-b43b-4ae3-8a08-d3eae3f19d11" providerId="ADAL" clId="{5C370488-44C3-49FD-B096-734931B67142}" dt="2026-09-16T13:53:40.237" v="52" actId="1035"/>
          <ac:spMkLst>
            <pc:docMk/>
            <pc:sldMk cId="1767228105" sldId="259"/>
            <ac:spMk id="291" creationId="{4F4B287D-C4F1-975F-3551-484C09B42FF6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93" creationId="{68A3A639-97BA-32CF-7A20-8E35A95DF5E5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294" creationId="{80F296D6-1899-576E-A0AB-CC90518C9976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305" creationId="{D790FFF7-F353-6C71-2E15-6E8682935D1B}"/>
          </ac:spMkLst>
        </pc:spChg>
        <pc:spChg chg="add mod">
          <ac:chgData name="Ardhendu Rai" userId="77763670-b43b-4ae3-8a08-d3eae3f19d11" providerId="ADAL" clId="{5C370488-44C3-49FD-B096-734931B67142}" dt="2026-09-16T13:53:20.188" v="19" actId="1036"/>
          <ac:spMkLst>
            <pc:docMk/>
            <pc:sldMk cId="1767228105" sldId="259"/>
            <ac:spMk id="307" creationId="{FE2ED508-2DE1-213B-CB38-24F95C33EBBE}"/>
          </ac:spMkLst>
        </pc:spChg>
      </pc:sldChg>
      <pc:sldChg chg="addSp delSp modSp add mod ord">
        <pc:chgData name="Ardhendu Rai" userId="77763670-b43b-4ae3-8a08-d3eae3f19d11" providerId="ADAL" clId="{5C370488-44C3-49FD-B096-734931B67142}" dt="2026-09-16T14:02:21.744" v="152" actId="1035"/>
        <pc:sldMkLst>
          <pc:docMk/>
          <pc:sldMk cId="265727235" sldId="260"/>
        </pc:sldMkLst>
        <pc:spChg chg="mod">
          <ac:chgData name="Ardhendu Rai" userId="77763670-b43b-4ae3-8a08-d3eae3f19d11" providerId="ADAL" clId="{5C370488-44C3-49FD-B096-734931B67142}" dt="2026-09-16T13:55:13.095" v="76" actId="20577"/>
          <ac:spMkLst>
            <pc:docMk/>
            <pc:sldMk cId="265727235" sldId="260"/>
            <ac:spMk id="78" creationId="{95C8E132-8A08-D7E9-246D-A3E01E9D5071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421" creationId="{42B1A3D2-459B-EFDE-3C2E-D78AE0D4F24B}"/>
          </ac:spMkLst>
        </pc:spChg>
        <pc:spChg chg="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448" creationId="{F5F9A17D-C0AB-ED4D-F83E-7A4494221509}"/>
          </ac:spMkLst>
        </pc:spChg>
        <pc:spChg chg="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484" creationId="{665F0BF1-EE7E-3B85-B2F2-FB2EBCD6461D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09" creationId="{2AEEE8F4-58CE-ACBD-E818-235696AE7670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18" creationId="{696C92EA-2F43-99D1-1139-1D2B3D7BBD6B}"/>
          </ac:spMkLst>
        </pc:spChg>
        <pc:spChg chg="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28" creationId="{BD4ED57F-95B5-88E5-DAED-97BF13D9207D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52" creationId="{7411BAC9-70A7-2EC5-43A4-8E783D35E997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58" creationId="{7DB27F4D-9DBF-6D0A-0A03-5BDF8003EC71}"/>
          </ac:spMkLst>
        </pc:spChg>
        <pc:spChg chg="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588" creationId="{5AB21ED4-025E-4019-EFAF-374364396DDC}"/>
          </ac:spMkLst>
        </pc:spChg>
        <pc:spChg chg="add mod">
          <ac:chgData name="Ardhendu Rai" userId="77763670-b43b-4ae3-8a08-d3eae3f19d11" providerId="ADAL" clId="{5C370488-44C3-49FD-B096-734931B67142}" dt="2026-09-16T14:02:21.744" v="152" actId="1035"/>
          <ac:spMkLst>
            <pc:docMk/>
            <pc:sldMk cId="265727235" sldId="260"/>
            <ac:spMk id="617" creationId="{5CAB0496-BF8B-2564-079C-E643CCFC562C}"/>
          </ac:spMkLst>
        </pc:spChg>
      </pc:sldChg>
      <pc:sldChg chg="addSp delSp modSp add mod">
        <pc:chgData name="Ardhendu Rai" userId="77763670-b43b-4ae3-8a08-d3eae3f19d11" providerId="ADAL" clId="{5C370488-44C3-49FD-B096-734931B67142}" dt="2026-09-16T13:59:12.293" v="98" actId="14100"/>
        <pc:sldMkLst>
          <pc:docMk/>
          <pc:sldMk cId="4167653999" sldId="261"/>
        </pc:sldMkLst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6" creationId="{AC665277-3C4B-3BB9-5082-871DAE0B0A26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30" creationId="{2E705669-96EB-0503-A4A3-E13BE58280AA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47" creationId="{7DDFD9AE-6B41-1EE7-DB44-6C10EA2565C8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68" creationId="{009DC091-4AA9-A088-70B2-808B3C76AD59}"/>
          </ac:spMkLst>
        </pc:spChg>
        <pc:spChg chg="mod">
          <ac:chgData name="Ardhendu Rai" userId="77763670-b43b-4ae3-8a08-d3eae3f19d11" providerId="ADAL" clId="{5C370488-44C3-49FD-B096-734931B67142}" dt="2026-09-16T13:59:12.293" v="98" actId="14100"/>
          <ac:spMkLst>
            <pc:docMk/>
            <pc:sldMk cId="4167653999" sldId="261"/>
            <ac:spMk id="78" creationId="{36B77673-8009-B78D-D837-7B1C26968E71}"/>
          </ac:spMkLst>
        </pc:spChg>
        <pc:spChg chg="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86" creationId="{5E223770-0DEF-5930-BC36-4264AE8B9C6B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91" creationId="{48B22AE2-47DC-A398-587A-A190559F9A8E}"/>
          </ac:spMkLst>
        </pc:spChg>
        <pc:spChg chg="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388" creationId="{77A9CB12-8E34-60AA-7F21-4438E4235EEF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657" creationId="{8259C8C9-7B27-99DB-DBB1-ECFDC8F0A9E4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658" creationId="{53C8F4A7-DE6C-42C9-B055-8EAC733C0218}"/>
          </ac:spMkLst>
        </pc:spChg>
        <pc:spChg chg="add mod">
          <ac:chgData name="Ardhendu Rai" userId="77763670-b43b-4ae3-8a08-d3eae3f19d11" providerId="ADAL" clId="{5C370488-44C3-49FD-B096-734931B67142}" dt="2026-09-16T13:58:19.257" v="94" actId="1036"/>
          <ac:spMkLst>
            <pc:docMk/>
            <pc:sldMk cId="4167653999" sldId="261"/>
            <ac:spMk id="662" creationId="{C89A1127-4293-21B4-6A57-C2B77B5AA45A}"/>
          </ac:spMkLst>
        </pc:spChg>
      </pc:sldChg>
      <pc:sldChg chg="addSp delSp modSp add mod">
        <pc:chgData name="Ardhendu Rai" userId="77763670-b43b-4ae3-8a08-d3eae3f19d11" providerId="ADAL" clId="{5C370488-44C3-49FD-B096-734931B67142}" dt="2026-09-17T08:52:14.532" v="251" actId="1035"/>
        <pc:sldMkLst>
          <pc:docMk/>
          <pc:sldMk cId="2445303422" sldId="262"/>
        </pc:sldMkLst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52" creationId="{643E2F62-3A38-F2ED-3420-C5E199C69879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65" creationId="{BB439D34-622A-02DD-F6A3-E3F76D74A01D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76" creationId="{537868DB-34D7-B1DE-7456-7C52240AF8A0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82" creationId="{736B55E2-4B12-EB6D-5516-C6CB40EFBA4A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85" creationId="{DA27F282-BAB1-84E0-7F8F-275267C3BBD6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87" creationId="{69AD1412-3378-1648-D077-1268968E9423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92" creationId="{1AA58CAC-61BA-B378-C30A-8EBC5BE6382F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93" creationId="{161F8A45-FF27-274F-5D3B-D0DB4A41AA26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96" creationId="{F6887022-3C0C-82F7-11CC-D02940B37C4F}"/>
          </ac:spMkLst>
        </pc:spChg>
        <pc:spChg chg="add mod">
          <ac:chgData name="Ardhendu Rai" userId="77763670-b43b-4ae3-8a08-d3eae3f19d11" providerId="ADAL" clId="{5C370488-44C3-49FD-B096-734931B67142}" dt="2026-09-17T08:52:14.532" v="251" actId="1035"/>
          <ac:spMkLst>
            <pc:docMk/>
            <pc:sldMk cId="2445303422" sldId="262"/>
            <ac:spMk id="102" creationId="{390A26A8-CDB7-D0E1-4F16-1568352677C0}"/>
          </ac:spMkLst>
        </pc:spChg>
      </pc:sldChg>
      <pc:sldChg chg="addSp delSp modSp add mod">
        <pc:chgData name="Ardhendu Rai" userId="77763670-b43b-4ae3-8a08-d3eae3f19d11" providerId="ADAL" clId="{5C370488-44C3-49FD-B096-734931B67142}" dt="2026-09-16T14:06:21.695" v="170" actId="478"/>
        <pc:sldMkLst>
          <pc:docMk/>
          <pc:sldMk cId="52445864" sldId="263"/>
        </pc:sldMkLst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11" creationId="{672D0C3E-84EA-0E3D-B434-A1ED69ACE16D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14" creationId="{3F54239B-9BA0-BE00-F749-343624F53CBC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17" creationId="{8F1C038B-BFA6-C07C-CC7C-683F676189B7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18" creationId="{41B69234-9D23-564B-5190-94882EA757A6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24" creationId="{EEFD5FC3-742D-5D05-28F5-9809CB620A02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31" creationId="{37F22F4A-7BEC-541F-AAC4-28BB5B10E62F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32" creationId="{F28B6E8A-5922-1284-C291-283EA9DFC016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39" creationId="{FEB8DA91-E3D1-0811-526B-5C7F9CB5275E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43" creationId="{F1B777F1-AD2F-BB2C-CBB8-6D79DE7F6D0E}"/>
          </ac:spMkLst>
        </pc:spChg>
        <pc:spChg chg="add mod">
          <ac:chgData name="Ardhendu Rai" userId="77763670-b43b-4ae3-8a08-d3eae3f19d11" providerId="ADAL" clId="{5C370488-44C3-49FD-B096-734931B67142}" dt="2026-09-16T14:06:11.693" v="168"/>
          <ac:spMkLst>
            <pc:docMk/>
            <pc:sldMk cId="52445864" sldId="263"/>
            <ac:spMk id="49" creationId="{84163EBF-2458-7AB3-10EA-2BE190CF0756}"/>
          </ac:spMkLst>
        </pc:spChg>
        <pc:spChg chg="mod">
          <ac:chgData name="Ardhendu Rai" userId="77763670-b43b-4ae3-8a08-d3eae3f19d11" providerId="ADAL" clId="{5C370488-44C3-49FD-B096-734931B67142}" dt="2026-09-16T14:05:53.486" v="167" actId="14100"/>
          <ac:spMkLst>
            <pc:docMk/>
            <pc:sldMk cId="52445864" sldId="263"/>
            <ac:spMk id="78" creationId="{90665618-C94E-1F12-6D57-2FC85BDC76DC}"/>
          </ac:spMkLst>
        </pc:spChg>
      </pc:sldChg>
      <pc:sldChg chg="addSp delSp modSp add mod">
        <pc:chgData name="Ardhendu Rai" userId="77763670-b43b-4ae3-8a08-d3eae3f19d11" providerId="ADAL" clId="{5C370488-44C3-49FD-B096-734931B67142}" dt="2026-09-16T14:10:22.389" v="227" actId="1036"/>
        <pc:sldMkLst>
          <pc:docMk/>
          <pc:sldMk cId="2708050765" sldId="264"/>
        </pc:sldMkLst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51" creationId="{5DF90DA6-1CC9-0D60-08EC-F09C5C57EA7D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52" creationId="{2E531829-93A3-F6D9-BC24-B34CCA79D0E6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54" creationId="{FDCC9AD5-2EEC-5060-3DB3-BCAAA23D852C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56" creationId="{83F503B9-EC43-B6AC-E7B2-4D2F9B01691E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73" creationId="{784C0B2F-B799-1328-703F-611FEBE36DA4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77" creationId="{20BF6698-A849-0F20-2B8F-FB5876F1866E}"/>
          </ac:spMkLst>
        </pc:spChg>
        <pc:spChg chg="mod">
          <ac:chgData name="Ardhendu Rai" userId="77763670-b43b-4ae3-8a08-d3eae3f19d11" providerId="ADAL" clId="{5C370488-44C3-49FD-B096-734931B67142}" dt="2026-09-16T14:09:28.818" v="180" actId="20577"/>
          <ac:spMkLst>
            <pc:docMk/>
            <pc:sldMk cId="2708050765" sldId="264"/>
            <ac:spMk id="78" creationId="{274001BF-BFE6-00D7-719E-B123D75254B2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81" creationId="{52C2DDA2-9865-62A1-3374-EFFC9F1E4D16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93" creationId="{B6CA93E8-0B44-368C-AA7F-849CF1577FED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96" creationId="{7890AB40-B5B6-BE48-1C4B-4A40B3D3EDE7}"/>
          </ac:spMkLst>
        </pc:spChg>
        <pc:spChg chg="add mod">
          <ac:chgData name="Ardhendu Rai" userId="77763670-b43b-4ae3-8a08-d3eae3f19d11" providerId="ADAL" clId="{5C370488-44C3-49FD-B096-734931B67142}" dt="2026-09-16T14:10:22.389" v="227" actId="1036"/>
          <ac:spMkLst>
            <pc:docMk/>
            <pc:sldMk cId="2708050765" sldId="264"/>
            <ac:spMk id="101" creationId="{87BCA859-32F2-DF38-D7CA-A55A44CC96C7}"/>
          </ac:spMkLst>
        </pc:spChg>
      </pc:sldChg>
      <pc:sldChg chg="add">
        <pc:chgData name="Ardhendu Rai" userId="77763670-b43b-4ae3-8a08-d3eae3f19d11" providerId="ADAL" clId="{5C370488-44C3-49FD-B096-734931B67142}" dt="2026-09-21T16:21:31.329" v="336"/>
        <pc:sldMkLst>
          <pc:docMk/>
          <pc:sldMk cId="3996656273" sldId="267"/>
        </pc:sldMkLst>
      </pc:sldChg>
      <pc:sldChg chg="addSp delSp modSp add mod">
        <pc:chgData name="Ardhendu Rai" userId="77763670-b43b-4ae3-8a08-d3eae3f19d11" providerId="ADAL" clId="{5C370488-44C3-49FD-B096-734931B67142}" dt="2026-09-21T13:19:18.659" v="318" actId="20577"/>
        <pc:sldMkLst>
          <pc:docMk/>
          <pc:sldMk cId="1526961129" sldId="268"/>
        </pc:sldMkLst>
        <pc:spChg chg="mod">
          <ac:chgData name="Ardhendu Rai" userId="77763670-b43b-4ae3-8a08-d3eae3f19d11" providerId="ADAL" clId="{5C370488-44C3-49FD-B096-734931B67142}" dt="2026-09-21T13:19:18.659" v="318" actId="20577"/>
          <ac:spMkLst>
            <pc:docMk/>
            <pc:sldMk cId="1526961129" sldId="268"/>
            <ac:spMk id="78" creationId="{6F939C01-723E-5EB2-351A-559369F21F44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590" creationId="{9FAFC06E-132B-4246-4124-93A489C18A61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606" creationId="{16F21799-48EC-7E90-540B-D4A9301F66FB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622" creationId="{76B42897-05A1-5867-29BF-728ED75A5483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720" creationId="{2B2E896B-47A2-DA44-4DFC-A195B58F6E20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722" creationId="{05EAA1F9-2C7A-10F1-86A9-11E24902507A}"/>
          </ac:spMkLst>
        </pc:spChg>
        <pc:spChg chg="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770" creationId="{D5CBC1C3-872B-418A-2574-EB14BA60DCBB}"/>
          </ac:spMkLst>
        </pc:spChg>
        <pc:spChg chg="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812" creationId="{2C84A771-8EF5-3D5E-931B-C417CAD0BB09}"/>
          </ac:spMkLst>
        </pc:spChg>
        <pc:spChg chg="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828" creationId="{B280317B-324D-FFC0-953E-F72536FF0BBC}"/>
          </ac:spMkLst>
        </pc:spChg>
        <pc:spChg chg="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873" creationId="{07A9F208-338B-5B1B-8009-7A93C6EB7A08}"/>
          </ac:spMkLst>
        </pc:spChg>
        <pc:spChg chg="add mod">
          <ac:chgData name="Ardhendu Rai" userId="77763670-b43b-4ae3-8a08-d3eae3f19d11" providerId="ADAL" clId="{5C370488-44C3-49FD-B096-734931B67142}" dt="2026-09-21T13:15:46.710" v="300"/>
          <ac:spMkLst>
            <pc:docMk/>
            <pc:sldMk cId="1526961129" sldId="268"/>
            <ac:spMk id="886" creationId="{A045C81A-23D3-069B-1ED2-F3DC7FAA213B}"/>
          </ac:spMkLst>
        </pc:spChg>
      </pc:sldChg>
      <pc:sldChg chg="addSp modSp add mod">
        <pc:chgData name="Ardhendu Rai" userId="77763670-b43b-4ae3-8a08-d3eae3f19d11" providerId="ADAL" clId="{5C370488-44C3-49FD-B096-734931B67142}" dt="2026-09-21T13:19:12.785" v="317" actId="20577"/>
        <pc:sldMkLst>
          <pc:docMk/>
          <pc:sldMk cId="422992164" sldId="270"/>
        </pc:sldMkLst>
        <pc:spChg chg="add 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11" creationId="{FF00240C-8EDD-5705-ED4E-B8618B15B640}"/>
          </ac:spMkLst>
        </pc:spChg>
        <pc:spChg chg="add 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58" creationId="{2A67A5B0-D05A-4AA4-950E-B42D8FBAC706}"/>
          </ac:spMkLst>
        </pc:spChg>
        <pc:spChg chg="add 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64" creationId="{5D38FD13-A3E2-4399-6C94-07EE409D9221}"/>
          </ac:spMkLst>
        </pc:spChg>
        <pc:spChg chg="mod">
          <ac:chgData name="Ardhendu Rai" userId="77763670-b43b-4ae3-8a08-d3eae3f19d11" providerId="ADAL" clId="{5C370488-44C3-49FD-B096-734931B67142}" dt="2026-09-21T13:19:12.785" v="317" actId="20577"/>
          <ac:spMkLst>
            <pc:docMk/>
            <pc:sldMk cId="422992164" sldId="270"/>
            <ac:spMk id="78" creationId="{2B2526A9-A2E2-F427-165C-8E16EC91CD37}"/>
          </ac:spMkLst>
        </pc:spChg>
        <pc:spChg chg="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88" creationId="{145A5728-D645-5A67-836F-1BB52439C796}"/>
          </ac:spMkLst>
        </pc:spChg>
        <pc:spChg chg="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103" creationId="{2AE046E3-9C98-71E7-6270-A270B3227CD0}"/>
          </ac:spMkLst>
        </pc:spChg>
        <pc:spChg chg="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157" creationId="{23D5FAF4-2626-116F-32FB-1380BFEBB9F6}"/>
          </ac:spMkLst>
        </pc:spChg>
        <pc:spChg chg="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166" creationId="{7AF6EC22-127E-3789-4B97-67C2B5B16EEF}"/>
          </ac:spMkLst>
        </pc:spChg>
        <pc:spChg chg="add 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209" creationId="{5E856570-3E1D-96D2-9F83-1E5B559927A6}"/>
          </ac:spMkLst>
        </pc:spChg>
        <pc:spChg chg="add 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212" creationId="{F8F5711B-D23A-E057-125F-8854CE8EE9F3}"/>
          </ac:spMkLst>
        </pc:spChg>
        <pc:spChg chg="mod">
          <ac:chgData name="Ardhendu Rai" userId="77763670-b43b-4ae3-8a08-d3eae3f19d11" providerId="ADAL" clId="{5C370488-44C3-49FD-B096-734931B67142}" dt="2026-09-21T13:17:30.821" v="312"/>
          <ac:spMkLst>
            <pc:docMk/>
            <pc:sldMk cId="422992164" sldId="270"/>
            <ac:spMk id="237" creationId="{4D0E5EE4-396C-E72F-8E32-677C9DBC702E}"/>
          </ac:spMkLst>
        </pc:spChg>
      </pc:sldChg>
      <pc:sldChg chg="addSp modSp add mod">
        <pc:chgData name="Ardhendu Rai" userId="77763670-b43b-4ae3-8a08-d3eae3f19d11" providerId="ADAL" clId="{5C370488-44C3-49FD-B096-734931B67142}" dt="2026-09-21T13:19:32.872" v="320" actId="2"/>
        <pc:sldMkLst>
          <pc:docMk/>
          <pc:sldMk cId="3969080443" sldId="271"/>
        </pc:sldMkLst>
        <pc:spChg chg="add 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11" creationId="{28D1615F-442B-3E9B-0AF2-3E0B3B105666}"/>
          </ac:spMkLst>
        </pc:spChg>
        <pc:spChg chg="add 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27" creationId="{7697784D-8BA7-F362-8043-40A5F2790FF4}"/>
          </ac:spMkLst>
        </pc:spChg>
        <pc:spChg chg="mod">
          <ac:chgData name="Ardhendu Rai" userId="77763670-b43b-4ae3-8a08-d3eae3f19d11" providerId="ADAL" clId="{5C370488-44C3-49FD-B096-734931B67142}" dt="2026-09-21T13:19:32.872" v="320" actId="2"/>
          <ac:spMkLst>
            <pc:docMk/>
            <pc:sldMk cId="3969080443" sldId="271"/>
            <ac:spMk id="78" creationId="{315A8083-2FCC-C6CD-3360-CE5A877A5D57}"/>
          </ac:spMkLst>
        </pc:spChg>
        <pc:spChg chg="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107" creationId="{7E3A7436-6BAA-945C-0501-6A239A39A3E1}"/>
          </ac:spMkLst>
        </pc:spChg>
        <pc:spChg chg="add 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133" creationId="{55FCDE26-1951-FFE8-41A5-E1A7D51FE501}"/>
          </ac:spMkLst>
        </pc:spChg>
        <pc:spChg chg="add 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142" creationId="{CB9F7BFF-106F-7E00-23EA-EF877FF77B70}"/>
          </ac:spMkLst>
        </pc:spChg>
        <pc:spChg chg="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168" creationId="{53CA6B40-93B0-AD37-2894-672DBB8ACC96}"/>
          </ac:spMkLst>
        </pc:spChg>
        <pc:spChg chg="add 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209" creationId="{508E94BE-3C8C-F3CC-25C5-8513A9A75BE6}"/>
          </ac:spMkLst>
        </pc:spChg>
        <pc:spChg chg="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227" creationId="{DA7D28D5-E86E-9063-16B4-D49089AAF7DE}"/>
          </ac:spMkLst>
        </pc:spChg>
        <pc:spChg chg="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250" creationId="{F3F02756-FACB-F48A-D41F-C455BDC41881}"/>
          </ac:spMkLst>
        </pc:spChg>
        <pc:spChg chg="mod">
          <ac:chgData name="Ardhendu Rai" userId="77763670-b43b-4ae3-8a08-d3eae3f19d11" providerId="ADAL" clId="{5C370488-44C3-49FD-B096-734931B67142}" dt="2026-09-21T13:18:43.508" v="315"/>
          <ac:spMkLst>
            <pc:docMk/>
            <pc:sldMk cId="3969080443" sldId="271"/>
            <ac:spMk id="269" creationId="{36B2A3EA-C23B-05DD-0930-04AF499BEDCC}"/>
          </ac:spMkLst>
        </pc:spChg>
      </pc:sldChg>
      <pc:sldChg chg="addSp modSp add mod">
        <pc:chgData name="Ardhendu Rai" userId="77763670-b43b-4ae3-8a08-d3eae3f19d11" providerId="ADAL" clId="{5C370488-44C3-49FD-B096-734931B67142}" dt="2026-09-21T13:20:17.897" v="324"/>
        <pc:sldMkLst>
          <pc:docMk/>
          <pc:sldMk cId="771591440" sldId="272"/>
        </pc:sldMkLst>
        <pc:spChg chg="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14" creationId="{EF9F7E31-4E5A-92E5-17DB-1557C861D1A5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35" creationId="{1005CE6B-9619-D459-43F2-C02692CA187C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67" creationId="{DFD99134-FDE8-85E1-0A54-C40DC1C3FAC7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71" creationId="{C64E4A30-ECC8-7A14-559D-C59FD5E68976}"/>
          </ac:spMkLst>
        </pc:spChg>
        <pc:spChg chg="mod">
          <ac:chgData name="Ardhendu Rai" userId="77763670-b43b-4ae3-8a08-d3eae3f19d11" providerId="ADAL" clId="{5C370488-44C3-49FD-B096-734931B67142}" dt="2026-09-21T13:20:01.857" v="323" actId="108"/>
          <ac:spMkLst>
            <pc:docMk/>
            <pc:sldMk cId="771591440" sldId="272"/>
            <ac:spMk id="78" creationId="{34EE3733-9259-3243-F26F-4B12B965EE15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126" creationId="{92744F1D-3F76-C1C2-8E66-E1492407D0C6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138" creationId="{FD845D91-4B9C-F39D-1CEE-2EE39C5AE610}"/>
          </ac:spMkLst>
        </pc:spChg>
        <pc:spChg chg="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195" creationId="{DEE74E85-151B-835A-196C-1A399CCA14FE}"/>
          </ac:spMkLst>
        </pc:spChg>
        <pc:spChg chg="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210" creationId="{D97AFBB9-F047-51AC-1CE4-CB974B302571}"/>
          </ac:spMkLst>
        </pc:spChg>
        <pc:spChg chg="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217" creationId="{A54AC92A-1639-7C62-8366-CE03169B253E}"/>
          </ac:spMkLst>
        </pc:spChg>
        <pc:spChg chg="add mod">
          <ac:chgData name="Ardhendu Rai" userId="77763670-b43b-4ae3-8a08-d3eae3f19d11" providerId="ADAL" clId="{5C370488-44C3-49FD-B096-734931B67142}" dt="2026-09-21T13:20:17.897" v="324"/>
          <ac:spMkLst>
            <pc:docMk/>
            <pc:sldMk cId="771591440" sldId="272"/>
            <ac:spMk id="288" creationId="{271DFB1C-505A-33DE-FB48-F636F948B5FF}"/>
          </ac:spMkLst>
        </pc:spChg>
      </pc:sldChg>
      <pc:sldChg chg="addSp modSp add mod">
        <pc:chgData name="Ardhendu Rai" userId="77763670-b43b-4ae3-8a08-d3eae3f19d11" providerId="ADAL" clId="{5C370488-44C3-49FD-B096-734931B67142}" dt="2026-09-21T13:21:20.288" v="329" actId="108"/>
        <pc:sldMkLst>
          <pc:docMk/>
          <pc:sldMk cId="1820708675" sldId="273"/>
        </pc:sldMkLst>
        <pc:spChg chg="add 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8" creationId="{8BDE69AE-8607-6B62-4128-E74C78138DDF}"/>
          </ac:spMkLst>
        </pc:spChg>
        <pc:spChg chg="mod">
          <ac:chgData name="Ardhendu Rai" userId="77763670-b43b-4ae3-8a08-d3eae3f19d11" providerId="ADAL" clId="{5C370488-44C3-49FD-B096-734931B67142}" dt="2026-09-21T13:21:20.288" v="329" actId="108"/>
          <ac:spMkLst>
            <pc:docMk/>
            <pc:sldMk cId="1820708675" sldId="273"/>
            <ac:spMk id="78" creationId="{BACEAB75-E864-E9A3-5AE5-7AC87C0B58AF}"/>
          </ac:spMkLst>
        </pc:spChg>
        <pc:spChg chg="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111" creationId="{92D4DA20-23D2-BC7A-AFB5-CA10B41F8584}"/>
          </ac:spMkLst>
        </pc:spChg>
        <pc:spChg chg="add 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128" creationId="{529D04AC-22AA-21F2-88BE-B10D35D5869E}"/>
          </ac:spMkLst>
        </pc:spChg>
        <pc:spChg chg="add 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154" creationId="{9BFFA4A3-B1ED-F413-8252-3186A498530B}"/>
          </ac:spMkLst>
        </pc:spChg>
        <pc:spChg chg="add 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173" creationId="{5B11C80E-0E5A-7EE4-9D81-32F485726C85}"/>
          </ac:spMkLst>
        </pc:spChg>
        <pc:spChg chg="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196" creationId="{FAC85E4D-DD5B-14DB-90B8-336E61201A43}"/>
          </ac:spMkLst>
        </pc:spChg>
        <pc:spChg chg="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205" creationId="{75328E6F-2148-E776-560E-4BEDD1E61826}"/>
          </ac:spMkLst>
        </pc:spChg>
        <pc:spChg chg="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250" creationId="{2D3F4D6B-4FDC-2811-AC6A-629065A16AAC}"/>
          </ac:spMkLst>
        </pc:spChg>
        <pc:spChg chg="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269" creationId="{F6AF8978-2FA7-908E-7052-988CB4CF6AA0}"/>
          </ac:spMkLst>
        </pc:spChg>
        <pc:spChg chg="add mod">
          <ac:chgData name="Ardhendu Rai" userId="77763670-b43b-4ae3-8a08-d3eae3f19d11" providerId="ADAL" clId="{5C370488-44C3-49FD-B096-734931B67142}" dt="2026-09-21T13:20:53.144" v="326"/>
          <ac:spMkLst>
            <pc:docMk/>
            <pc:sldMk cId="1820708675" sldId="273"/>
            <ac:spMk id="282" creationId="{F86D5BE2-D33A-BFD1-83F1-439D23881A85}"/>
          </ac:spMkLst>
        </pc:spChg>
      </pc:sldChg>
      <pc:sldChg chg="addSp modSp add mod">
        <pc:chgData name="Ardhendu Rai" userId="77763670-b43b-4ae3-8a08-d3eae3f19d11" providerId="ADAL" clId="{5C370488-44C3-49FD-B096-734931B67142}" dt="2026-09-21T13:22:16.897" v="335" actId="108"/>
        <pc:sldMkLst>
          <pc:docMk/>
          <pc:sldMk cId="1338941478" sldId="274"/>
        </pc:sldMkLst>
        <pc:spChg chg="mod">
          <ac:chgData name="Ardhendu Rai" userId="77763670-b43b-4ae3-8a08-d3eae3f19d11" providerId="ADAL" clId="{5C370488-44C3-49FD-B096-734931B67142}" dt="2026-09-21T13:22:16.897" v="335" actId="108"/>
          <ac:spMkLst>
            <pc:docMk/>
            <pc:sldMk cId="1338941478" sldId="274"/>
            <ac:spMk id="78" creationId="{0B9006B3-423B-A7A5-17AC-1ED232782267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80" creationId="{4EF07182-67CE-E8BF-10E7-45F727D343D2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91" creationId="{3D3720ED-872A-0724-9674-46DA1CF5AF1F}"/>
          </ac:spMkLst>
        </pc:spChg>
        <pc:spChg chg="add 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119" creationId="{969FE1D5-E5ED-9F60-C1D6-9F85EFAFEFF2}"/>
          </ac:spMkLst>
        </pc:spChg>
        <pc:spChg chg="add 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144" creationId="{03D73FB2-68B2-4E45-8B7F-646FCE785812}"/>
          </ac:spMkLst>
        </pc:spChg>
        <pc:spChg chg="add 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158" creationId="{873595B2-FF12-B300-52B9-8AB91B11FAED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180" creationId="{B744EB52-7A65-19C0-E67A-F878B0046C0A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193" creationId="{D62AC361-2A6F-5B8B-5E22-46569F22134B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251" creationId="{613FE40D-0F61-2D28-B126-3FF7236C5A13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258" creationId="{ACD9BD22-6BA8-390D-1E13-C9E8F39C10B0}"/>
          </ac:spMkLst>
        </pc:spChg>
        <pc:spChg chg="mod">
          <ac:chgData name="Ardhendu Rai" userId="77763670-b43b-4ae3-8a08-d3eae3f19d11" providerId="ADAL" clId="{5C370488-44C3-49FD-B096-734931B67142}" dt="2026-09-21T13:21:39.425" v="330"/>
          <ac:spMkLst>
            <pc:docMk/>
            <pc:sldMk cId="1338941478" sldId="274"/>
            <ac:spMk id="269" creationId="{6A5B143A-8FC1-F8A5-DC3D-6C558CC68E65}"/>
          </ac:spMkLst>
        </pc:spChg>
      </pc:sldChg>
      <pc:sldChg chg="ord">
        <pc:chgData name="Ardhendu Rai" userId="77763670-b43b-4ae3-8a08-d3eae3f19d11" providerId="ADAL" clId="{5C370488-44C3-49FD-B096-734931B67142}" dt="2026-09-21T16:21:34.141" v="338"/>
        <pc:sldMkLst>
          <pc:docMk/>
          <pc:sldMk cId="1597044541" sldId="298"/>
        </pc:sldMkLst>
      </pc:sldChg>
      <pc:sldChg chg="add">
        <pc:chgData name="Ardhendu Rai" userId="77763670-b43b-4ae3-8a08-d3eae3f19d11" providerId="ADAL" clId="{5C370488-44C3-49FD-B096-734931B67142}" dt="2026-09-21T16:21:31.329" v="336"/>
        <pc:sldMkLst>
          <pc:docMk/>
          <pc:sldMk cId="3184852591" sldId="2147483596"/>
        </pc:sldMkLst>
      </pc:sldChg>
    </pc:docChg>
  </pc:docChgLst>
  <pc:docChgLst>
    <pc:chgData name="Ribhu Chakrabarty" userId="9db9fc8f-2339-43d2-ac5e-e3826508166b" providerId="ADAL" clId="{10AE30EE-79D5-49D3-ABBB-A8A49A545DCB}"/>
    <pc:docChg chg="modSld">
      <pc:chgData name="Ribhu Chakrabarty" userId="9db9fc8f-2339-43d2-ac5e-e3826508166b" providerId="ADAL" clId="{10AE30EE-79D5-49D3-ABBB-A8A49A545DCB}" dt="2026-09-08T10:50:32.419" v="22" actId="1035"/>
      <pc:docMkLst>
        <pc:docMk/>
      </pc:docMkLst>
    </pc:docChg>
  </pc:docChgLst>
  <pc:docChgLst>
    <pc:chgData name="Pawan Ratwani" userId="529d0cc0-a18e-4b61-bc18-2520f645c2e0" providerId="ADAL" clId="{5A4A34F1-122F-4E11-B5DE-7307380164DA}"/>
    <pc:docChg chg="undo custSel addSld modSld">
      <pc:chgData name="Pawan Ratwani" userId="529d0cc0-a18e-4b61-bc18-2520f645c2e0" providerId="ADAL" clId="{5A4A34F1-122F-4E11-B5DE-7307380164DA}" dt="2026-09-22T10:23:40.305" v="48" actId="14100"/>
      <pc:docMkLst>
        <pc:docMk/>
      </pc:docMkLst>
      <pc:sldChg chg="mod modShow">
        <pc:chgData name="Pawan Ratwani" userId="529d0cc0-a18e-4b61-bc18-2520f645c2e0" providerId="ADAL" clId="{5A4A34F1-122F-4E11-B5DE-7307380164DA}" dt="2026-09-22T07:01:31.397" v="1" actId="729"/>
        <pc:sldMkLst>
          <pc:docMk/>
          <pc:sldMk cId="3996656273" sldId="267"/>
        </pc:sldMkLst>
      </pc:sldChg>
      <pc:sldChg chg="delSp modSp add mod">
        <pc:chgData name="Pawan Ratwani" userId="529d0cc0-a18e-4b61-bc18-2520f645c2e0" providerId="ADAL" clId="{5A4A34F1-122F-4E11-B5DE-7307380164DA}" dt="2026-09-22T10:23:40.305" v="48" actId="14100"/>
        <pc:sldMkLst>
          <pc:docMk/>
          <pc:sldMk cId="4123311583" sldId="2147483597"/>
        </pc:sldMkLst>
        <pc:spChg chg="mod">
          <ac:chgData name="Pawan Ratwani" userId="529d0cc0-a18e-4b61-bc18-2520f645c2e0" providerId="ADAL" clId="{5A4A34F1-122F-4E11-B5DE-7307380164DA}" dt="2026-09-22T10:22:49.873" v="8" actId="14100"/>
          <ac:spMkLst>
            <pc:docMk/>
            <pc:sldMk cId="4123311583" sldId="2147483597"/>
            <ac:spMk id="125" creationId="{3E40FE59-22CD-9168-757D-03B7E08485B6}"/>
          </ac:spMkLst>
        </pc:spChg>
        <pc:spChg chg="mod">
          <ac:chgData name="Pawan Ratwani" userId="529d0cc0-a18e-4b61-bc18-2520f645c2e0" providerId="ADAL" clId="{5A4A34F1-122F-4E11-B5DE-7307380164DA}" dt="2026-09-22T10:23:18.429" v="18" actId="14100"/>
          <ac:spMkLst>
            <pc:docMk/>
            <pc:sldMk cId="4123311583" sldId="2147483597"/>
            <ac:spMk id="129" creationId="{C18980E4-0288-735C-2060-9782B5EC131E}"/>
          </ac:spMkLst>
        </pc:spChg>
        <pc:spChg chg="mod">
          <ac:chgData name="Pawan Ratwani" userId="529d0cc0-a18e-4b61-bc18-2520f645c2e0" providerId="ADAL" clId="{5A4A34F1-122F-4E11-B5DE-7307380164DA}" dt="2026-09-22T10:23:40.305" v="48" actId="14100"/>
          <ac:spMkLst>
            <pc:docMk/>
            <pc:sldMk cId="4123311583" sldId="2147483597"/>
            <ac:spMk id="131" creationId="{0FB74662-9B03-50B1-95EA-231C8BE205D4}"/>
          </ac:spMkLst>
        </pc:spChg>
        <pc:spChg chg="mod">
          <ac:chgData name="Pawan Ratwani" userId="529d0cc0-a18e-4b61-bc18-2520f645c2e0" providerId="ADAL" clId="{5A4A34F1-122F-4E11-B5DE-7307380164DA}" dt="2026-09-22T10:23:35.969" v="47" actId="14100"/>
          <ac:spMkLst>
            <pc:docMk/>
            <pc:sldMk cId="4123311583" sldId="2147483597"/>
            <ac:spMk id="133" creationId="{A72A9DBF-8D93-28E0-2610-A1AE33657AB4}"/>
          </ac:spMkLst>
        </pc:spChg>
        <pc:spChg chg="mod">
          <ac:chgData name="Pawan Ratwani" userId="529d0cc0-a18e-4b61-bc18-2520f645c2e0" providerId="ADAL" clId="{5A4A34F1-122F-4E11-B5DE-7307380164DA}" dt="2026-09-22T10:22:42.060" v="3" actId="1076"/>
          <ac:spMkLst>
            <pc:docMk/>
            <pc:sldMk cId="4123311583" sldId="2147483597"/>
            <ac:spMk id="137" creationId="{766D3E1A-2653-4B3A-9D37-0731285AA415}"/>
          </ac:spMkLst>
        </pc:spChg>
        <pc:spChg chg="mod">
          <ac:chgData name="Pawan Ratwani" userId="529d0cc0-a18e-4b61-bc18-2520f645c2e0" providerId="ADAL" clId="{5A4A34F1-122F-4E11-B5DE-7307380164DA}" dt="2026-09-22T10:23:00.543" v="14" actId="1038"/>
          <ac:spMkLst>
            <pc:docMk/>
            <pc:sldMk cId="4123311583" sldId="2147483597"/>
            <ac:spMk id="139" creationId="{195D55C6-A511-E72E-4891-BA589FD45111}"/>
          </ac:spMkLst>
        </pc:spChg>
        <pc:spChg chg="mod">
          <ac:chgData name="Pawan Ratwani" userId="529d0cc0-a18e-4b61-bc18-2520f645c2e0" providerId="ADAL" clId="{5A4A34F1-122F-4E11-B5DE-7307380164DA}" dt="2026-09-22T10:23:27.463" v="46" actId="1038"/>
          <ac:spMkLst>
            <pc:docMk/>
            <pc:sldMk cId="4123311583" sldId="2147483597"/>
            <ac:spMk id="141" creationId="{A479BC83-955C-1063-3E17-32A3F86CE056}"/>
          </ac:spMkLst>
        </pc:spChg>
      </pc:sldChg>
    </pc:docChg>
  </pc:docChgLst>
  <pc:docChgLst>
    <pc:chgData name="Shilpa Chalke" userId="S::1219585@tcs.com::5373aa1b-03d3-46d5-af18-7ea262c9e389" providerId="AD" clId="Web-{957CD138-4937-CFCD-0611-33127425885F}"/>
    <pc:docChg chg="addSld delSld modSld">
      <pc:chgData name="Shilpa Chalke" userId="S::1219585@tcs.com::5373aa1b-03d3-46d5-af18-7ea262c9e389" providerId="AD" clId="Web-{957CD138-4937-CFCD-0611-33127425885F}" dt="2026-09-21T07:43:31.324" v="101" actId="20577"/>
      <pc:docMkLst>
        <pc:docMk/>
      </pc:docMkLst>
      <pc:sldChg chg="addSp delSp modSp add">
        <pc:chgData name="Shilpa Chalke" userId="S::1219585@tcs.com::5373aa1b-03d3-46d5-af18-7ea262c9e389" providerId="AD" clId="Web-{957CD138-4937-CFCD-0611-33127425885F}" dt="2026-09-21T07:40:25.917" v="90" actId="14100"/>
        <pc:sldMkLst>
          <pc:docMk/>
          <pc:sldMk cId="1148531162" sldId="269"/>
        </pc:sldMkLst>
        <pc:spChg chg="mod">
          <ac:chgData name="Shilpa Chalke" userId="S::1219585@tcs.com::5373aa1b-03d3-46d5-af18-7ea262c9e389" providerId="AD" clId="Web-{957CD138-4937-CFCD-0611-33127425885F}" dt="2026-09-21T06:19:43.494" v="9" actId="14100"/>
          <ac:spMkLst>
            <pc:docMk/>
            <pc:sldMk cId="1148531162" sldId="269"/>
            <ac:spMk id="11" creationId="{E26C0C8B-1462-EBAD-4010-C047E71D451E}"/>
          </ac:spMkLst>
        </pc:spChg>
        <pc:spChg chg="mod">
          <ac:chgData name="Shilpa Chalke" userId="S::1219585@tcs.com::5373aa1b-03d3-46d5-af18-7ea262c9e389" providerId="AD" clId="Web-{957CD138-4937-CFCD-0611-33127425885F}" dt="2026-09-21T06:23:00.870" v="16" actId="20577"/>
          <ac:spMkLst>
            <pc:docMk/>
            <pc:sldMk cId="1148531162" sldId="269"/>
            <ac:spMk id="13" creationId="{98A2C324-1FA2-EAC9-972D-B4A7E8489511}"/>
          </ac:spMkLst>
        </pc:spChg>
      </pc:sldChg>
      <pc:sldChg chg="addSp delSp modSp add">
        <pc:chgData name="Shilpa Chalke" userId="S::1219585@tcs.com::5373aa1b-03d3-46d5-af18-7ea262c9e389" providerId="AD" clId="Web-{957CD138-4937-CFCD-0611-33127425885F}" dt="2026-09-21T07:43:31.324" v="101" actId="20577"/>
        <pc:sldMkLst>
          <pc:docMk/>
          <pc:sldMk cId="2853338824" sldId="2147483483"/>
        </pc:sldMkLst>
        <pc:spChg chg="mod">
          <ac:chgData name="Shilpa Chalke" userId="S::1219585@tcs.com::5373aa1b-03d3-46d5-af18-7ea262c9e389" providerId="AD" clId="Web-{957CD138-4937-CFCD-0611-33127425885F}" dt="2026-09-21T07:43:31.324" v="101" actId="20577"/>
          <ac:spMkLst>
            <pc:docMk/>
            <pc:sldMk cId="2853338824" sldId="2147483483"/>
            <ac:spMk id="8" creationId="{628BBA1A-A066-166E-72E5-EA2A5DA08505}"/>
          </ac:spMkLst>
        </pc:spChg>
        <pc:spChg chg="add mod">
          <ac:chgData name="Shilpa Chalke" userId="S::1219585@tcs.com::5373aa1b-03d3-46d5-af18-7ea262c9e389" providerId="AD" clId="Web-{957CD138-4937-CFCD-0611-33127425885F}" dt="2026-09-21T06:25:18.308" v="60" actId="1076"/>
          <ac:spMkLst>
            <pc:docMk/>
            <pc:sldMk cId="2853338824" sldId="2147483483"/>
            <ac:spMk id="12" creationId="{995F7EE8-2BF2-1E55-9C1D-EC4D48A3FE1A}"/>
          </ac:spMkLst>
        </pc:spChg>
      </pc:sldChg>
      <pc:sldMasterChg chg="addSldLayout">
        <pc:chgData name="Shilpa Chalke" userId="S::1219585@tcs.com::5373aa1b-03d3-46d5-af18-7ea262c9e389" providerId="AD" clId="Web-{957CD138-4937-CFCD-0611-33127425885F}" dt="2026-09-21T06:23:16.339" v="18"/>
        <pc:sldMasterMkLst>
          <pc:docMk/>
          <pc:sldMasterMk cId="3682627519" sldId="2147483669"/>
        </pc:sldMasterMkLst>
        <pc:sldLayoutChg chg="add replId">
          <pc:chgData name="Shilpa Chalke" userId="S::1219585@tcs.com::5373aa1b-03d3-46d5-af18-7ea262c9e389" providerId="AD" clId="Web-{957CD138-4937-CFCD-0611-33127425885F}" dt="2026-09-21T06:18:31.369" v="1"/>
          <pc:sldLayoutMkLst>
            <pc:docMk/>
            <pc:sldMasterMk cId="3682627519" sldId="2147483669"/>
            <pc:sldLayoutMk cId="589615555" sldId="2147483688"/>
          </pc:sldLayoutMkLst>
        </pc:sldLayoutChg>
        <pc:sldLayoutChg chg="add">
          <pc:chgData name="Shilpa Chalke" userId="S::1219585@tcs.com::5373aa1b-03d3-46d5-af18-7ea262c9e389" providerId="AD" clId="Web-{957CD138-4937-CFCD-0611-33127425885F}" dt="2026-09-21T06:23:16.339" v="18"/>
          <pc:sldLayoutMkLst>
            <pc:docMk/>
            <pc:sldMasterMk cId="3682627519" sldId="2147483669"/>
            <pc:sldLayoutMk cId="1074468440" sldId="2147483689"/>
          </pc:sldLayoutMkLst>
        </pc:sldLayoutChg>
      </pc:sldMasterChg>
    </pc:docChg>
  </pc:docChgLst>
  <pc:docChgLst>
    <pc:chgData name="Tushar Shirsat" userId="561772a7-1235-4cb1-86cb-7209dd778f8f" providerId="ADAL" clId="{2264B78F-B7AC-4DD1-83E8-374C9112373B}"/>
    <pc:docChg chg="modSld">
      <pc:chgData name="Tushar Shirsat" userId="561772a7-1235-4cb1-86cb-7209dd778f8f" providerId="ADAL" clId="{2264B78F-B7AC-4DD1-83E8-374C9112373B}" dt="2026-09-23T08:10:18.565" v="2" actId="1076"/>
      <pc:docMkLst>
        <pc:docMk/>
      </pc:docMkLst>
      <pc:sldChg chg="modSp mod">
        <pc:chgData name="Tushar Shirsat" userId="561772a7-1235-4cb1-86cb-7209dd778f8f" providerId="ADAL" clId="{2264B78F-B7AC-4DD1-83E8-374C9112373B}" dt="2026-09-22T09:27:25.957" v="1" actId="208"/>
        <pc:sldMkLst>
          <pc:docMk/>
          <pc:sldMk cId="1767228105" sldId="259"/>
        </pc:sldMkLst>
        <pc:spChg chg="mod">
          <ac:chgData name="Tushar Shirsat" userId="561772a7-1235-4cb1-86cb-7209dd778f8f" providerId="ADAL" clId="{2264B78F-B7AC-4DD1-83E8-374C9112373B}" dt="2026-09-22T09:27:25.957" v="1" actId="208"/>
          <ac:spMkLst>
            <pc:docMk/>
            <pc:sldMk cId="1767228105" sldId="259"/>
            <ac:spMk id="194" creationId="{7771F8FC-B99C-2F2C-47B5-33873D13FED8}"/>
          </ac:spMkLst>
        </pc:spChg>
        <pc:spChg chg="mod">
          <ac:chgData name="Tushar Shirsat" userId="561772a7-1235-4cb1-86cb-7209dd778f8f" providerId="ADAL" clId="{2264B78F-B7AC-4DD1-83E8-374C9112373B}" dt="2026-09-22T09:27:12.021" v="0" actId="208"/>
          <ac:spMkLst>
            <pc:docMk/>
            <pc:sldMk cId="1767228105" sldId="259"/>
            <ac:spMk id="201" creationId="{942F6258-D001-2080-2921-7304C7F768C3}"/>
          </ac:spMkLst>
        </pc:spChg>
        <pc:spChg chg="mod">
          <ac:chgData name="Tushar Shirsat" userId="561772a7-1235-4cb1-86cb-7209dd778f8f" providerId="ADAL" clId="{2264B78F-B7AC-4DD1-83E8-374C9112373B}" dt="2026-09-22T09:27:25.957" v="1" actId="208"/>
          <ac:spMkLst>
            <pc:docMk/>
            <pc:sldMk cId="1767228105" sldId="259"/>
            <ac:spMk id="208" creationId="{004C3E05-D534-0E7C-431F-05BDDF0ABE70}"/>
          </ac:spMkLst>
        </pc:spChg>
        <pc:spChg chg="mod">
          <ac:chgData name="Tushar Shirsat" userId="561772a7-1235-4cb1-86cb-7209dd778f8f" providerId="ADAL" clId="{2264B78F-B7AC-4DD1-83E8-374C9112373B}" dt="2026-09-22T09:27:25.957" v="1" actId="208"/>
          <ac:spMkLst>
            <pc:docMk/>
            <pc:sldMk cId="1767228105" sldId="259"/>
            <ac:spMk id="217" creationId="{AB1893BD-2626-5FC1-78EF-3717A398B708}"/>
          </ac:spMkLst>
        </pc:spChg>
      </pc:sldChg>
      <pc:sldChg chg="modSp mod">
        <pc:chgData name="Tushar Shirsat" userId="561772a7-1235-4cb1-86cb-7209dd778f8f" providerId="ADAL" clId="{2264B78F-B7AC-4DD1-83E8-374C9112373B}" dt="2026-09-23T08:10:18.565" v="2" actId="1076"/>
        <pc:sldMkLst>
          <pc:docMk/>
          <pc:sldMk cId="1148531162" sldId="269"/>
        </pc:sldMkLst>
        <pc:picChg chg="mod">
          <ac:chgData name="Tushar Shirsat" userId="561772a7-1235-4cb1-86cb-7209dd778f8f" providerId="ADAL" clId="{2264B78F-B7AC-4DD1-83E8-374C9112373B}" dt="2026-09-23T08:10:18.565" v="2" actId="1076"/>
          <ac:picMkLst>
            <pc:docMk/>
            <pc:sldMk cId="1148531162" sldId="269"/>
            <ac:picMk id="3" creationId="{63292DA6-8350-C6DB-75DB-3336FCC6C723}"/>
          </ac:picMkLst>
        </pc:picChg>
      </pc:sldChg>
    </pc:docChg>
  </pc:docChgLst>
  <pc:docChgLst>
    <pc:chgData name="Shilpa Chalke" userId="S::1219585@tcs.com::5373aa1b-03d3-46d5-af18-7ea262c9e389" providerId="AD" clId="Web-{F8A8485D-797B-34A6-08BF-E9CF5932F71A}"/>
    <pc:docChg chg="modSld">
      <pc:chgData name="Shilpa Chalke" userId="S::1219585@tcs.com::5373aa1b-03d3-46d5-af18-7ea262c9e389" providerId="AD" clId="Web-{F8A8485D-797B-34A6-08BF-E9CF5932F71A}" dt="2026-09-22T06:11:46.020" v="63"/>
      <pc:docMkLst>
        <pc:docMk/>
      </pc:docMkLst>
      <pc:sldChg chg="addSp delSp modSp">
        <pc:chgData name="Shilpa Chalke" userId="S::1219585@tcs.com::5373aa1b-03d3-46d5-af18-7ea262c9e389" providerId="AD" clId="Web-{F8A8485D-797B-34A6-08BF-E9CF5932F71A}" dt="2026-09-22T06:06:57.580" v="8" actId="1076"/>
        <pc:sldMkLst>
          <pc:docMk/>
          <pc:sldMk cId="1148531162" sldId="269"/>
        </pc:sldMkLst>
        <pc:spChg chg="mod">
          <ac:chgData name="Shilpa Chalke" userId="S::1219585@tcs.com::5373aa1b-03d3-46d5-af18-7ea262c9e389" providerId="AD" clId="Web-{F8A8485D-797B-34A6-08BF-E9CF5932F71A}" dt="2026-09-22T06:06:57.580" v="8" actId="1076"/>
          <ac:spMkLst>
            <pc:docMk/>
            <pc:sldMk cId="1148531162" sldId="269"/>
            <ac:spMk id="13" creationId="{98A2C324-1FA2-EAC9-972D-B4A7E8489511}"/>
          </ac:spMkLst>
        </pc:spChg>
        <pc:picChg chg="add mod">
          <ac:chgData name="Shilpa Chalke" userId="S::1219585@tcs.com::5373aa1b-03d3-46d5-af18-7ea262c9e389" providerId="AD" clId="Web-{F8A8485D-797B-34A6-08BF-E9CF5932F71A}" dt="2026-09-22T06:06:46.986" v="7" actId="14100"/>
          <ac:picMkLst>
            <pc:docMk/>
            <pc:sldMk cId="1148531162" sldId="269"/>
            <ac:picMk id="3" creationId="{63292DA6-8350-C6DB-75DB-3336FCC6C723}"/>
          </ac:picMkLst>
        </pc:picChg>
      </pc:sldChg>
      <pc:sldChg chg="addSp delSp modSp">
        <pc:chgData name="Shilpa Chalke" userId="S::1219585@tcs.com::5373aa1b-03d3-46d5-af18-7ea262c9e389" providerId="AD" clId="Web-{F8A8485D-797B-34A6-08BF-E9CF5932F71A}" dt="2026-09-22T06:11:46.020" v="63"/>
        <pc:sldMkLst>
          <pc:docMk/>
          <pc:sldMk cId="2853338824" sldId="2147483483"/>
        </pc:sldMkLst>
        <pc:spChg chg="add del mod">
          <ac:chgData name="Shilpa Chalke" userId="S::1219585@tcs.com::5373aa1b-03d3-46d5-af18-7ea262c9e389" providerId="AD" clId="Web-{F8A8485D-797B-34A6-08BF-E9CF5932F71A}" dt="2026-09-22T06:11:46.020" v="63"/>
          <ac:spMkLst>
            <pc:docMk/>
            <pc:sldMk cId="2853338824" sldId="2147483483"/>
            <ac:spMk id="8" creationId="{628BBA1A-A066-166E-72E5-EA2A5DA08505}"/>
          </ac:spMkLst>
        </pc:spChg>
        <pc:spChg chg="mod">
          <ac:chgData name="Shilpa Chalke" userId="S::1219585@tcs.com::5373aa1b-03d3-46d5-af18-7ea262c9e389" providerId="AD" clId="Web-{F8A8485D-797B-34A6-08BF-E9CF5932F71A}" dt="2026-09-22T06:08:42.925" v="18" actId="20577"/>
          <ac:spMkLst>
            <pc:docMk/>
            <pc:sldMk cId="2853338824" sldId="2147483483"/>
            <ac:spMk id="12" creationId="{995F7EE8-2BF2-1E55-9C1D-EC4D48A3FE1A}"/>
          </ac:spMkLst>
        </pc:spChg>
      </pc:sldChg>
    </pc:docChg>
  </pc:docChgLst>
  <pc:docChgLst>
    <pc:chgData name="Shilpa Chalke" userId="S::1219585@tcs.com::5373aa1b-03d3-46d5-af18-7ea262c9e389" providerId="AD" clId="Web-{BF3C7858-642A-069D-4FA6-EF578A82E3D2}"/>
    <pc:docChg chg="addSld modSld sldOrd">
      <pc:chgData name="Shilpa Chalke" userId="S::1219585@tcs.com::5373aa1b-03d3-46d5-af18-7ea262c9e389" providerId="AD" clId="Web-{BF3C7858-642A-069D-4FA6-EF578A82E3D2}" dt="2026-09-25T18:08:11.998" v="57" actId="20577"/>
      <pc:docMkLst>
        <pc:docMk/>
      </pc:docMkLst>
      <pc:sldChg chg="ord">
        <pc:chgData name="Shilpa Chalke" userId="S::1219585@tcs.com::5373aa1b-03d3-46d5-af18-7ea262c9e389" providerId="AD" clId="Web-{BF3C7858-642A-069D-4FA6-EF578A82E3D2}" dt="2026-09-25T18:04:30.403" v="1"/>
        <pc:sldMkLst>
          <pc:docMk/>
          <pc:sldMk cId="2445303422" sldId="262"/>
        </pc:sldMkLst>
      </pc:sldChg>
      <pc:sldChg chg="modSp add">
        <pc:chgData name="Shilpa Chalke" userId="S::1219585@tcs.com::5373aa1b-03d3-46d5-af18-7ea262c9e389" providerId="AD" clId="Web-{BF3C7858-642A-069D-4FA6-EF578A82E3D2}" dt="2026-09-25T18:08:11.998" v="57" actId="20577"/>
        <pc:sldMkLst>
          <pc:docMk/>
          <pc:sldMk cId="3069589951" sldId="277"/>
        </pc:sldMkLst>
        <pc:spChg chg="mod">
          <ac:chgData name="Shilpa Chalke" userId="S::1219585@tcs.com::5373aa1b-03d3-46d5-af18-7ea262c9e389" providerId="AD" clId="Web-{BF3C7858-642A-069D-4FA6-EF578A82E3D2}" dt="2026-09-25T18:05:18.950" v="12"/>
          <ac:spMkLst>
            <pc:docMk/>
            <pc:sldMk cId="3069589951" sldId="277"/>
            <ac:spMk id="6" creationId="{430210A1-44D4-D9C2-5238-100DDD1E973E}"/>
          </ac:spMkLst>
        </pc:spChg>
        <pc:spChg chg="mod">
          <ac:chgData name="Shilpa Chalke" userId="S::1219585@tcs.com::5373aa1b-03d3-46d5-af18-7ea262c9e389" providerId="AD" clId="Web-{BF3C7858-642A-069D-4FA6-EF578A82E3D2}" dt="2026-09-25T18:08:11.998" v="57" actId="20577"/>
          <ac:spMkLst>
            <pc:docMk/>
            <pc:sldMk cId="3069589951" sldId="277"/>
            <ac:spMk id="8" creationId="{478C61FB-4A20-997D-B183-227A53D78E03}"/>
          </ac:spMkLst>
        </pc:spChg>
        <pc:picChg chg="mod">
          <ac:chgData name="Shilpa Chalke" userId="S::1219585@tcs.com::5373aa1b-03d3-46d5-af18-7ea262c9e389" providerId="AD" clId="Web-{BF3C7858-642A-069D-4FA6-EF578A82E3D2}" dt="2026-09-25T18:05:59.903" v="19" actId="14100"/>
          <ac:picMkLst>
            <pc:docMk/>
            <pc:sldMk cId="3069589951" sldId="277"/>
            <ac:picMk id="4" creationId="{FD171A4A-5FFB-CDB4-4291-D2EDB2240DEF}"/>
          </ac:picMkLst>
        </pc:picChg>
      </pc:sldChg>
    </pc:docChg>
  </pc:docChgLst>
  <pc:docChgLst>
    <pc:chgData name="Vipul Pandey" userId="79465772-0eec-4fc7-951c-7d7065e1b73d" providerId="ADAL" clId="{2B133FA8-5F9D-4894-AE88-2BFCDCB24E54}"/>
    <pc:docChg chg="undo custSel addSld delSld modSld sldOrd">
      <pc:chgData name="Vipul Pandey" userId="79465772-0eec-4fc7-951c-7d7065e1b73d" providerId="ADAL" clId="{2B133FA8-5F9D-4894-AE88-2BFCDCB24E54}" dt="2026-10-01T07:20:57.082" v="403" actId="47"/>
      <pc:docMkLst>
        <pc:docMk/>
      </pc:docMkLst>
      <pc:sldChg chg="modSp mod">
        <pc:chgData name="Vipul Pandey" userId="79465772-0eec-4fc7-951c-7d7065e1b73d" providerId="ADAL" clId="{2B133FA8-5F9D-4894-AE88-2BFCDCB24E54}" dt="2026-09-15T15:33:44.725" v="174" actId="113"/>
        <pc:sldMkLst>
          <pc:docMk/>
          <pc:sldMk cId="545955354" sldId="256"/>
        </pc:sldMkLst>
        <pc:spChg chg="mod">
          <ac:chgData name="Vipul Pandey" userId="79465772-0eec-4fc7-951c-7d7065e1b73d" providerId="ADAL" clId="{2B133FA8-5F9D-4894-AE88-2BFCDCB24E54}" dt="2026-09-15T15:33:44.725" v="174" actId="113"/>
          <ac:spMkLst>
            <pc:docMk/>
            <pc:sldMk cId="545955354" sldId="256"/>
            <ac:spMk id="78" creationId="{F3A0C6B9-E1DA-3789-FF2D-BEFCDC1B352E}"/>
          </ac:spMkLst>
        </pc:spChg>
      </pc:sldChg>
      <pc:sldChg chg="addSp delSp modSp add mod">
        <pc:chgData name="Vipul Pandey" userId="79465772-0eec-4fc7-951c-7d7065e1b73d" providerId="ADAL" clId="{2B133FA8-5F9D-4894-AE88-2BFCDCB24E54}" dt="2026-09-24T06:33:26.796" v="340" actId="14100"/>
        <pc:sldMkLst>
          <pc:docMk/>
          <pc:sldMk cId="0" sldId="258"/>
        </pc:sldMkLst>
        <pc:spChg chg="mod">
          <ac:chgData name="Vipul Pandey" userId="79465772-0eec-4fc7-951c-7d7065e1b73d" providerId="ADAL" clId="{2B133FA8-5F9D-4894-AE88-2BFCDCB24E54}" dt="2026-09-24T06:33:26.796" v="340" actId="14100"/>
          <ac:spMkLst>
            <pc:docMk/>
            <pc:sldMk cId="0" sldId="258"/>
            <ac:spMk id="109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4T06:33:09.557" v="336" actId="14100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2T14:52:07.984" v="271" actId="1035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4T06:33:09.557" v="336" actId="14100"/>
          <ac:spMkLst>
            <pc:docMk/>
            <pc:sldMk cId="0" sldId="258"/>
            <ac:spMk id="114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4T06:33:09.557" v="336" actId="14100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4T06:33:09.557" v="336" actId="14100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4T06:33:24.457" v="339" actId="14100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2T14:52:07.984" v="271" actId="1035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Vipul Pandey" userId="79465772-0eec-4fc7-951c-7d7065e1b73d" providerId="ADAL" clId="{2B133FA8-5F9D-4894-AE88-2BFCDCB24E54}" dt="2026-09-22T14:52:16.214" v="273" actId="14100"/>
          <ac:spMkLst>
            <pc:docMk/>
            <pc:sldMk cId="0" sldId="258"/>
            <ac:spMk id="122" creationId="{00000000-0000-0000-0000-000000000000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767228105" sldId="259"/>
        </pc:sldMkLst>
        <pc:grpChg chg="add mod">
          <ac:chgData name="Vipul Pandey" userId="79465772-0eec-4fc7-951c-7d7065e1b73d" providerId="ADAL" clId="{2B133FA8-5F9D-4894-AE88-2BFCDCB24E54}" dt="2026-10-01T06:00:23.084" v="350" actId="26606"/>
          <ac:grpSpMkLst>
            <pc:docMk/>
            <pc:sldMk cId="1767228105" sldId="259"/>
            <ac:grpSpMk id="211" creationId="{4D283B79-CFC6-63DB-FC9D-3D912A515DD2}"/>
          </ac:grpSpMkLst>
        </pc:grp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197" creationId="{1EA1EBA5-41E1-4644-6065-9FD089F3F787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07" creationId="{48D06FAA-2332-E25B-D1A5-2766FECEB43D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36" creationId="{11E04B73-8504-B2F4-607B-DF9FEC2F14F0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37" creationId="{52438ED9-B753-AD33-F1D1-382A8BF8FE5C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38" creationId="{D2729B7B-1A3B-FF82-0C82-0D035E0001AE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39" creationId="{749EAA39-3A4A-4DC3-524E-F0CFED244FCF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40" creationId="{02EEC57E-A354-76FC-C1EA-B13A1B6660E2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44" creationId="{FF7A4BB8-38A5-E2C5-0679-DB4708E15A06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767228105" sldId="259"/>
            <ac:picMk id="274" creationId="{276B0796-F4F3-A644-408F-E1696E6D81B8}"/>
          </ac:picMkLst>
        </pc:pic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265727235" sldId="260"/>
        </pc:sldMkLst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413" creationId="{6FBF7BC2-9F71-FE03-4054-EDDDB9110EF1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451" creationId="{7B744398-05B5-AC0B-D194-BF1453981665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452" creationId="{5186ADCD-CC01-B88A-3215-4DBC2DE6D85C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488" creationId="{8BDEC989-9BDD-2B39-3355-368FE6465138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495" creationId="{53B683F7-A191-46E5-2FDC-F09422E7DF5E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536" creationId="{715BE36F-93B9-6294-2032-57B72CF62313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571" creationId="{4A16F362-BE5C-1603-3DE5-A3F27320A0BE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572" creationId="{8A22892F-BD95-AD42-7CD8-D866E98BA9CA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610" creationId="{AAABE1A1-4C07-99A4-342A-0FAAB0399E6C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65727235" sldId="260"/>
            <ac:picMk id="611" creationId="{02CB972C-658A-2F90-DBEF-E570E0362A99}"/>
          </ac:picMkLst>
        </pc:picChg>
      </pc:sldChg>
      <pc:sldChg chg="modSp mod">
        <pc:chgData name="Vipul Pandey" userId="79465772-0eec-4fc7-951c-7d7065e1b73d" providerId="ADAL" clId="{2B133FA8-5F9D-4894-AE88-2BFCDCB24E54}" dt="2026-10-01T06:00:23.814" v="366" actId="27636"/>
        <pc:sldMkLst>
          <pc:docMk/>
          <pc:sldMk cId="4167653999" sldId="261"/>
        </pc:sldMkLst>
        <pc:spChg chg="mod">
          <ac:chgData name="Vipul Pandey" userId="79465772-0eec-4fc7-951c-7d7065e1b73d" providerId="ADAL" clId="{2B133FA8-5F9D-4894-AE88-2BFCDCB24E54}" dt="2026-10-01T06:00:23.814" v="366" actId="27636"/>
          <ac:spMkLst>
            <pc:docMk/>
            <pc:sldMk cId="4167653999" sldId="261"/>
            <ac:spMk id="78" creationId="{36B77673-8009-B78D-D837-7B1C26968E71}"/>
          </ac:spMkLst>
        </pc:spChg>
      </pc:sldChg>
      <pc:sldChg chg="addSp delSp modSp add del mod">
        <pc:chgData name="Vipul Pandey" userId="79465772-0eec-4fc7-951c-7d7065e1b73d" providerId="ADAL" clId="{2B133FA8-5F9D-4894-AE88-2BFCDCB24E54}" dt="2026-10-01T07:00:45.150" v="392" actId="47"/>
        <pc:sldMkLst>
          <pc:docMk/>
          <pc:sldMk cId="3918763206" sldId="265"/>
        </pc:sldMkLst>
      </pc:sldChg>
      <pc:sldChg chg="addSp delSp modSp add del mod ord">
        <pc:chgData name="Vipul Pandey" userId="79465772-0eec-4fc7-951c-7d7065e1b73d" providerId="ADAL" clId="{2B133FA8-5F9D-4894-AE88-2BFCDCB24E54}" dt="2026-10-01T07:20:55.151" v="402"/>
        <pc:sldMkLst>
          <pc:docMk/>
          <pc:sldMk cId="402067177" sldId="266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18" creationId="{AE0B6D2A-2B41-05D2-ADD6-F3AF35E77666}"/>
          </ac:spMkLst>
        </pc:spChg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29" creationId="{DED02569-B609-C78A-BF2C-338EABA5E27F}"/>
          </ac:spMkLst>
        </pc:spChg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34" creationId="{240732F4-E456-8B3F-8904-6E6FB567D6BF}"/>
          </ac:spMkLst>
        </pc:spChg>
        <pc:spChg chg="mod">
          <ac:chgData name="Vipul Pandey" userId="79465772-0eec-4fc7-951c-7d7065e1b73d" providerId="ADAL" clId="{2B133FA8-5F9D-4894-AE88-2BFCDCB24E54}" dt="2026-09-30T14:23:07.699" v="345" actId="20577"/>
          <ac:spMkLst>
            <pc:docMk/>
            <pc:sldMk cId="402067177" sldId="266"/>
            <ac:spMk id="47" creationId="{5DFD23A5-0946-91E9-310F-36A4335BEDE7}"/>
          </ac:spMkLst>
        </pc:spChg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59" creationId="{0B804B18-D755-6902-158F-5E9987E69A69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60" creationId="{ABFEF13C-A1B8-5E02-A809-9A3E9D2DF365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61" creationId="{2456AC16-DC62-91B7-5306-58C1F87197BE}"/>
          </ac:spMkLst>
        </pc:spChg>
        <pc:spChg chg="mod">
          <ac:chgData name="Vipul Pandey" userId="79465772-0eec-4fc7-951c-7d7065e1b73d" providerId="ADAL" clId="{2B133FA8-5F9D-4894-AE88-2BFCDCB24E54}" dt="2026-10-01T06:08:25.471" v="384" actId="27636"/>
          <ac:spMkLst>
            <pc:docMk/>
            <pc:sldMk cId="402067177" sldId="266"/>
            <ac:spMk id="62" creationId="{CB950D26-042F-0E3C-CAE1-B3E0AB6AF1B9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63" creationId="{D6AC6ED2-56F4-8A55-5059-518380559376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64" creationId="{68C4645E-8E5F-408B-2C4B-5E605283369F}"/>
          </ac:spMkLst>
        </pc:spChg>
        <pc:spChg chg="mod">
          <ac:chgData name="Vipul Pandey" userId="79465772-0eec-4fc7-951c-7d7065e1b73d" providerId="ADAL" clId="{2B133FA8-5F9D-4894-AE88-2BFCDCB24E54}" dt="2026-10-01T06:08:25.463" v="383" actId="27636"/>
          <ac:spMkLst>
            <pc:docMk/>
            <pc:sldMk cId="402067177" sldId="266"/>
            <ac:spMk id="65" creationId="{0572EA8B-433A-5CB1-DCBA-E2A85BE03E28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66" creationId="{B5A722AB-20E6-83BD-FAAA-31729113A412}"/>
          </ac:spMkLst>
        </pc:spChg>
        <pc:spChg chg="mod">
          <ac:chgData name="Vipul Pandey" userId="79465772-0eec-4fc7-951c-7d7065e1b73d" providerId="ADAL" clId="{2B133FA8-5F9D-4894-AE88-2BFCDCB24E54}" dt="2026-10-01T06:08:25.481" v="386" actId="27636"/>
          <ac:spMkLst>
            <pc:docMk/>
            <pc:sldMk cId="402067177" sldId="266"/>
            <ac:spMk id="68" creationId="{CBFDB6A3-4206-BA61-3F60-9315E75C3740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69" creationId="{44ABD2EC-4209-0D98-6D88-FC486B5AD3A4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70" creationId="{C048A039-73C8-C48A-624A-E2B05EAA3781}"/>
          </ac:spMkLst>
        </pc:spChg>
        <pc:spChg chg="mod">
          <ac:chgData name="Vipul Pandey" userId="79465772-0eec-4fc7-951c-7d7065e1b73d" providerId="ADAL" clId="{2B133FA8-5F9D-4894-AE88-2BFCDCB24E54}" dt="2026-10-01T06:08:25.475" v="385" actId="27636"/>
          <ac:spMkLst>
            <pc:docMk/>
            <pc:sldMk cId="402067177" sldId="266"/>
            <ac:spMk id="71" creationId="{B76E1916-ED3B-73FD-DEAA-C048EAB1A05F}"/>
          </ac:spMkLst>
        </pc:spChg>
        <pc:spChg chg="mod">
          <ac:chgData name="Vipul Pandey" userId="79465772-0eec-4fc7-951c-7d7065e1b73d" providerId="ADAL" clId="{2B133FA8-5F9D-4894-AE88-2BFCDCB24E54}" dt="2026-10-01T06:02:22.231" v="370" actId="1076"/>
          <ac:spMkLst>
            <pc:docMk/>
            <pc:sldMk cId="402067177" sldId="266"/>
            <ac:spMk id="72" creationId="{D127E98C-7ECF-A439-A36B-325A8B637ECF}"/>
          </ac:spMkLst>
        </pc:spChg>
        <pc:spChg chg="mod">
          <ac:chgData name="Vipul Pandey" userId="79465772-0eec-4fc7-951c-7d7065e1b73d" providerId="ADAL" clId="{2B133FA8-5F9D-4894-AE88-2BFCDCB24E54}" dt="2026-10-01T06:07:47.224" v="378" actId="27636"/>
          <ac:spMkLst>
            <pc:docMk/>
            <pc:sldMk cId="402067177" sldId="266"/>
            <ac:spMk id="74" creationId="{D04A3385-8969-7555-E6F0-3A592F119E0D}"/>
          </ac:spMkLst>
        </pc:spChg>
        <pc:spChg chg="mod">
          <ac:chgData name="Vipul Pandey" userId="79465772-0eec-4fc7-951c-7d7065e1b73d" providerId="ADAL" clId="{2B133FA8-5F9D-4894-AE88-2BFCDCB24E54}" dt="2026-10-01T06:08:25.337" v="382" actId="26606"/>
          <ac:spMkLst>
            <pc:docMk/>
            <pc:sldMk cId="402067177" sldId="266"/>
            <ac:spMk id="75" creationId="{16645E6C-67DD-7373-400C-905427FA9254}"/>
          </ac:spMkLst>
        </pc:spChg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76" creationId="{CC8279B9-5064-0EA4-B34C-05E03733B11B}"/>
          </ac:spMkLst>
        </pc:spChg>
        <pc:spChg chg="mod">
          <ac:chgData name="Vipul Pandey" userId="79465772-0eec-4fc7-951c-7d7065e1b73d" providerId="ADAL" clId="{2B133FA8-5F9D-4894-AE88-2BFCDCB24E54}" dt="2026-09-22T15:05:49.925" v="291" actId="20577"/>
          <ac:spMkLst>
            <pc:docMk/>
            <pc:sldMk cId="402067177" sldId="266"/>
            <ac:spMk id="78" creationId="{4C9F869B-23F5-0144-E6AD-549D03790364}"/>
          </ac:spMkLst>
        </pc:spChg>
        <pc:spChg chg="mod">
          <ac:chgData name="Vipul Pandey" userId="79465772-0eec-4fc7-951c-7d7065e1b73d" providerId="ADAL" clId="{2B133FA8-5F9D-4894-AE88-2BFCDCB24E54}" dt="2026-10-01T06:05:01.886" v="375" actId="26606"/>
          <ac:spMkLst>
            <pc:docMk/>
            <pc:sldMk cId="402067177" sldId="266"/>
            <ac:spMk id="79" creationId="{D7600338-6586-A919-4272-332B28AB5606}"/>
          </ac:spMkLst>
        </pc:spChg>
        <pc:spChg chg="mod">
          <ac:chgData name="Vipul Pandey" userId="79465772-0eec-4fc7-951c-7d7065e1b73d" providerId="ADAL" clId="{2B133FA8-5F9D-4894-AE88-2BFCDCB24E54}" dt="2026-09-23T06:12:42.673" v="292" actId="20577"/>
          <ac:spMkLst>
            <pc:docMk/>
            <pc:sldMk cId="402067177" sldId="266"/>
            <ac:spMk id="80" creationId="{BEBE48EC-360B-53DA-D6BF-A74727DC40CB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83" creationId="{6136DE7D-E9D8-B53F-7973-FD6DFBA2A25C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86" creationId="{B2EF552C-1770-5A8C-44DC-1397079935E0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94" creationId="{CE0BB302-E1C9-B96C-7044-488C6C8EF9FB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98" creationId="{FFFA5058-EAEB-110E-17BE-77AEF6BD35FB}"/>
          </ac:spMkLst>
        </pc:spChg>
        <pc:spChg chg="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103" creationId="{9C29B56A-71AE-61E2-838F-07F65654C162}"/>
          </ac:spMkLst>
        </pc:spChg>
        <pc:spChg chg="mod">
          <ac:chgData name="Vipul Pandey" userId="79465772-0eec-4fc7-951c-7d7065e1b73d" providerId="ADAL" clId="{2B133FA8-5F9D-4894-AE88-2BFCDCB24E54}" dt="2026-09-30T14:23:55.408" v="349" actId="14100"/>
          <ac:spMkLst>
            <pc:docMk/>
            <pc:sldMk cId="402067177" sldId="266"/>
            <ac:spMk id="105" creationId="{1AB1A6E8-BD2E-F234-5C8D-E47F5FA12727}"/>
          </ac:spMkLst>
        </pc:spChg>
        <pc:spChg chg="mod">
          <ac:chgData name="Vipul Pandey" userId="79465772-0eec-4fc7-951c-7d7065e1b73d" providerId="ADAL" clId="{2B133FA8-5F9D-4894-AE88-2BFCDCB24E54}" dt="2026-10-01T06:00:51.557" v="368" actId="27636"/>
          <ac:spMkLst>
            <pc:docMk/>
            <pc:sldMk cId="402067177" sldId="266"/>
            <ac:spMk id="106" creationId="{899B4CFF-A053-33C2-3AD2-DBEE7BCDAA0E}"/>
          </ac:spMkLst>
        </pc:spChg>
        <pc:spChg chg="mod">
          <ac:chgData name="Vipul Pandey" userId="79465772-0eec-4fc7-951c-7d7065e1b73d" providerId="ADAL" clId="{2B133FA8-5F9D-4894-AE88-2BFCDCB24E54}" dt="2026-09-30T14:23:43.461" v="347" actId="14100"/>
          <ac:spMkLst>
            <pc:docMk/>
            <pc:sldMk cId="402067177" sldId="266"/>
            <ac:spMk id="612" creationId="{580D4869-6236-BEFE-17B9-44CE039AE387}"/>
          </ac:spMkLst>
        </pc:spChg>
        <pc:spChg chg="mod">
          <ac:chgData name="Vipul Pandey" userId="79465772-0eec-4fc7-951c-7d7065e1b73d" providerId="ADAL" clId="{2B133FA8-5F9D-4894-AE88-2BFCDCB24E54}" dt="2026-10-01T06:00:23.290" v="352" actId="27636"/>
          <ac:spMkLst>
            <pc:docMk/>
            <pc:sldMk cId="402067177" sldId="266"/>
            <ac:spMk id="613" creationId="{538979B8-2187-89A2-90CA-34DDDA1C80B2}"/>
          </ac:spMkLst>
        </pc:spChg>
        <pc:spChg chg="mod">
          <ac:chgData name="Vipul Pandey" userId="79465772-0eec-4fc7-951c-7d7065e1b73d" providerId="ADAL" clId="{2B133FA8-5F9D-4894-AE88-2BFCDCB24E54}" dt="2026-09-25T12:00:25.046" v="341" actId="20577"/>
          <ac:spMkLst>
            <pc:docMk/>
            <pc:sldMk cId="402067177" sldId="266"/>
            <ac:spMk id="624" creationId="{4C32D2C7-6736-CB35-7774-BF6FAF180081}"/>
          </ac:spMkLst>
        </pc:spChg>
        <pc:spChg chg="mod">
          <ac:chgData name="Vipul Pandey" userId="79465772-0eec-4fc7-951c-7d7065e1b73d" providerId="ADAL" clId="{2B133FA8-5F9D-4894-AE88-2BFCDCB24E54}" dt="2026-09-30T14:23:50.803" v="348" actId="14100"/>
          <ac:spMkLst>
            <pc:docMk/>
            <pc:sldMk cId="402067177" sldId="266"/>
            <ac:spMk id="635" creationId="{61915393-75B4-56DE-7BF8-302DD397D168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0" creationId="{6D978A8E-DD51-087A-0956-B3D0B698B50E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1" creationId="{5010A480-2DDA-7CEC-95D6-57DC7904492D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2" creationId="{05F47FB5-255D-8487-04CB-CCF461A84BBD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3" creationId="{A27C3D35-D883-A56A-34AB-CA293BDFF06D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4" creationId="{030F10E0-109E-6029-7AC4-0BCD8373B4D9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5" creationId="{FEFBA64B-443A-88C9-644A-E96A6D28BB2D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6" creationId="{E2920E6F-68C1-837A-3790-F3A08FAC62F5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7" creationId="{8F246343-4B80-F276-2C5E-E53D56BF044C}"/>
          </ac:spMkLst>
        </pc:spChg>
        <pc:spChg chg="add mod">
          <ac:chgData name="Vipul Pandey" userId="79465772-0eec-4fc7-951c-7d7065e1b73d" providerId="ADAL" clId="{2B133FA8-5F9D-4894-AE88-2BFCDCB24E54}" dt="2026-10-01T06:02:29.508" v="372" actId="571"/>
          <ac:spMkLst>
            <pc:docMk/>
            <pc:sldMk cId="402067177" sldId="266"/>
            <ac:spMk id="8968" creationId="{AD93391D-A071-0E53-103E-2AF2D425B9FB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69" creationId="{925F73D2-6BF4-62BB-CCAF-811CA33B58B8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0" creationId="{442A2A8D-C7C8-791D-2B9D-C9FDCA02421C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1" creationId="{3BDA7FFE-F897-0EAE-1207-32C1A75C3EA8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2" creationId="{9D94ABDD-2206-FFE2-D2F1-03A02F6074DF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3" creationId="{7C323784-33B4-62CF-D20E-084926F29CD0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4" creationId="{0031A02C-3B9E-E933-26C6-4E8B497824A4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5" creationId="{D1EE5F7F-E033-4D22-1D2E-978584663E70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6" creationId="{B120E32B-DD84-FE72-125B-7C578A95589A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7" creationId="{B05168B3-328E-5667-1917-BE7744615821}"/>
          </ac:spMkLst>
        </pc:spChg>
        <pc:spChg chg="add mod">
          <ac:chgData name="Vipul Pandey" userId="79465772-0eec-4fc7-951c-7d7065e1b73d" providerId="ADAL" clId="{2B133FA8-5F9D-4894-AE88-2BFCDCB24E54}" dt="2026-10-01T06:02:32.238" v="374" actId="571"/>
          <ac:spMkLst>
            <pc:docMk/>
            <pc:sldMk cId="402067177" sldId="266"/>
            <ac:spMk id="8978" creationId="{7FDDAAEF-C5D2-C0BF-A971-D56D622D3A66}"/>
          </ac:spMkLst>
        </pc:spChg>
        <pc:spChg chg="add mod">
          <ac:chgData name="Vipul Pandey" userId="79465772-0eec-4fc7-951c-7d7065e1b73d" providerId="ADAL" clId="{2B133FA8-5F9D-4894-AE88-2BFCDCB24E54}" dt="2026-10-01T06:09:41.973" v="389" actId="1076"/>
          <ac:spMkLst>
            <pc:docMk/>
            <pc:sldMk cId="402067177" sldId="266"/>
            <ac:spMk id="8980" creationId="{AD00C4EC-C52F-722F-BB5D-205CFEC43CE1}"/>
          </ac:spMkLst>
        </pc:spChg>
        <pc:spChg chg="ad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9004" creationId="{00000000-0000-0000-0000-000000000000}"/>
          </ac:spMkLst>
        </pc:spChg>
        <pc:spChg chg="add mod">
          <ac:chgData name="Vipul Pandey" userId="79465772-0eec-4fc7-951c-7d7065e1b73d" providerId="ADAL" clId="{2B133FA8-5F9D-4894-AE88-2BFCDCB24E54}" dt="2026-10-01T06:07:47.108" v="376" actId="26606"/>
          <ac:spMkLst>
            <pc:docMk/>
            <pc:sldMk cId="402067177" sldId="266"/>
            <ac:spMk id="9005" creationId="{00000000-0000-0000-0000-000000000000}"/>
          </ac:spMkLst>
        </pc:spChg>
        <pc:spChg chg="del mod">
          <ac:chgData name="Vipul Pandey" userId="79465772-0eec-4fc7-951c-7d7065e1b73d" providerId="ADAL" clId="{2B133FA8-5F9D-4894-AE88-2BFCDCB24E54}" dt="2026-10-01T06:09:37.270" v="387" actId="478"/>
          <ac:spMkLst>
            <pc:docMk/>
            <pc:sldMk cId="402067177" sldId="266"/>
            <ac:spMk id="9006" creationId="{00000000-0000-0000-0000-000000000000}"/>
          </ac:spMkLst>
        </pc:spChg>
        <pc:spChg chg="ad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02067177" sldId="266"/>
            <ac:spMk id="9007" creationId="{00000000-0000-0000-0000-000000000000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526961129" sldId="268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1526961129" sldId="268"/>
            <ac:spMk id="78" creationId="{6F939C01-723E-5EB2-351A-559369F21F44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148531162" sldId="269"/>
        </pc:sldMkLst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148531162" sldId="269"/>
            <ac:picMk id="3" creationId="{63292DA6-8350-C6DB-75DB-3336FCC6C723}"/>
          </ac:picMkLst>
        </pc:pic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422992164" sldId="270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422992164" sldId="270"/>
            <ac:spMk id="78" creationId="{2B2526A9-A2E2-F427-165C-8E16EC91CD37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3969080443" sldId="271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3969080443" sldId="271"/>
            <ac:spMk id="78" creationId="{315A8083-2FCC-C6CD-3360-CE5A877A5D57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771591440" sldId="272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771591440" sldId="272"/>
            <ac:spMk id="78" creationId="{34EE3733-9259-3243-F26F-4B12B965EE15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820708675" sldId="273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1820708675" sldId="273"/>
            <ac:spMk id="78" creationId="{BACEAB75-E864-E9A3-5AE5-7AC87C0B58AF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338941478" sldId="274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1338941478" sldId="274"/>
            <ac:spMk id="78" creationId="{0B9006B3-423B-A7A5-17AC-1ED232782267}"/>
          </ac:spMkLst>
        </pc:s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898868179" sldId="275"/>
        </pc:sldMkLst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898868179" sldId="275"/>
            <ac:picMk id="208" creationId="{4732E43B-3177-3D90-BA57-D711B3750B2F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898868179" sldId="275"/>
            <ac:picMk id="212" creationId="{8C81FEDD-08F6-482C-189A-30A8F6F608F9}"/>
          </ac:picMkLst>
        </pc:pic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3069589951" sldId="277"/>
        </pc:sldMkLst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3069589951" sldId="277"/>
            <ac:picMk id="4" creationId="{FD171A4A-5FFB-CDB4-4291-D2EDB2240DEF}"/>
          </ac:picMkLst>
        </pc:pic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2383606479" sldId="279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2383606479" sldId="279"/>
            <ac:spMk id="78" creationId="{95C8E132-8A08-D7E9-246D-A3E01E9D5071}"/>
          </ac:spMkLst>
        </pc:sp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7" creationId="{73BAB5A4-2C55-8DAC-1477-F9AE8DB9B887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16" creationId="{57274B2C-5C00-142D-C1A9-C32EEC4E3592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51" creationId="{7B744398-05B5-AC0B-D194-BF1453981665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52" creationId="{5186ADCD-CC01-B88A-3215-4DBC2DE6D85C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55" creationId="{CBCE296A-5BDB-8CF6-FE72-51C120EE2E7A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95" creationId="{53B683F7-A191-46E5-2FDC-F09422E7DF5E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496" creationId="{ED68D1DC-619A-F3A0-8AEC-D08C2727D97A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536" creationId="{715BE36F-93B9-6294-2032-57B72CF62313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2383606479" sldId="279"/>
            <ac:picMk id="571" creationId="{4A16F362-BE5C-1603-3DE5-A3F27320A0BE}"/>
          </ac:picMkLst>
        </pc:picChg>
      </pc:sldChg>
      <pc:sldChg chg="add del">
        <pc:chgData name="Vipul Pandey" userId="79465772-0eec-4fc7-951c-7d7065e1b73d" providerId="ADAL" clId="{2B133FA8-5F9D-4894-AE88-2BFCDCB24E54}" dt="2026-10-01T07:20:57.082" v="403" actId="47"/>
        <pc:sldMkLst>
          <pc:docMk/>
          <pc:sldMk cId="2226007953" sldId="280"/>
        </pc:sldMkLst>
      </pc:sldChg>
      <pc:sldChg chg="modSp add mod">
        <pc:chgData name="Vipul Pandey" userId="79465772-0eec-4fc7-951c-7d7065e1b73d" providerId="ADAL" clId="{2B133FA8-5F9D-4894-AE88-2BFCDCB24E54}" dt="2026-10-01T06:00:23.695" v="365" actId="27636"/>
        <pc:sldMkLst>
          <pc:docMk/>
          <pc:sldMk cId="1597044541" sldId="298"/>
        </pc:sldMkLst>
        <pc:spChg chg="mod">
          <ac:chgData name="Vipul Pandey" userId="79465772-0eec-4fc7-951c-7d7065e1b73d" providerId="ADAL" clId="{2B133FA8-5F9D-4894-AE88-2BFCDCB24E54}" dt="2026-10-01T06:00:23.084" v="350" actId="26606"/>
          <ac:spMkLst>
            <pc:docMk/>
            <pc:sldMk cId="1597044541" sldId="298"/>
            <ac:spMk id="4" creationId="{59D89A89-5CF4-C724-A18D-123746228574}"/>
          </ac:spMkLst>
        </pc:spChg>
        <pc:spChg chg="mod">
          <ac:chgData name="Vipul Pandey" userId="79465772-0eec-4fc7-951c-7d7065e1b73d" providerId="ADAL" clId="{2B133FA8-5F9D-4894-AE88-2BFCDCB24E54}" dt="2026-10-01T06:00:23.617" v="355" actId="27636"/>
          <ac:spMkLst>
            <pc:docMk/>
            <pc:sldMk cId="1597044541" sldId="298"/>
            <ac:spMk id="6" creationId="{B8AB96B6-EC8D-78E1-D0BA-2ED8733509F8}"/>
          </ac:spMkLst>
        </pc:spChg>
        <pc:spChg chg="mod">
          <ac:chgData name="Vipul Pandey" userId="79465772-0eec-4fc7-951c-7d7065e1b73d" providerId="ADAL" clId="{2B133FA8-5F9D-4894-AE88-2BFCDCB24E54}" dt="2026-10-01T06:00:23.682" v="363" actId="27636"/>
          <ac:spMkLst>
            <pc:docMk/>
            <pc:sldMk cId="1597044541" sldId="298"/>
            <ac:spMk id="12" creationId="{D1D4ECBC-BC62-AF88-6977-EA116ADE55D3}"/>
          </ac:spMkLst>
        </pc:spChg>
        <pc:spChg chg="mod">
          <ac:chgData name="Vipul Pandey" userId="79465772-0eec-4fc7-951c-7d7065e1b73d" providerId="ADAL" clId="{2B133FA8-5F9D-4894-AE88-2BFCDCB24E54}" dt="2026-10-01T06:00:23.579" v="353" actId="27636"/>
          <ac:spMkLst>
            <pc:docMk/>
            <pc:sldMk cId="1597044541" sldId="298"/>
            <ac:spMk id="18" creationId="{776888BB-1199-7810-7A89-B6073D6087E6}"/>
          </ac:spMkLst>
        </pc:spChg>
        <pc:spChg chg="mod">
          <ac:chgData name="Vipul Pandey" userId="79465772-0eec-4fc7-951c-7d7065e1b73d" providerId="ADAL" clId="{2B133FA8-5F9D-4894-AE88-2BFCDCB24E54}" dt="2026-10-01T06:00:23.695" v="365" actId="27636"/>
          <ac:spMkLst>
            <pc:docMk/>
            <pc:sldMk cId="1597044541" sldId="298"/>
            <ac:spMk id="24" creationId="{2EDB450A-8D73-AD09-7EE6-756B70532FB8}"/>
          </ac:spMkLst>
        </pc:spChg>
        <pc:spChg chg="mod">
          <ac:chgData name="Vipul Pandey" userId="79465772-0eec-4fc7-951c-7d7065e1b73d" providerId="ADAL" clId="{2B133FA8-5F9D-4894-AE88-2BFCDCB24E54}" dt="2026-10-01T06:00:23.655" v="361" actId="27636"/>
          <ac:spMkLst>
            <pc:docMk/>
            <pc:sldMk cId="1597044541" sldId="298"/>
            <ac:spMk id="26" creationId="{74E8C687-79DE-8F30-47D7-012A040E4DD0}"/>
          </ac:spMkLst>
        </pc:spChg>
        <pc:spChg chg="mod">
          <ac:chgData name="Vipul Pandey" userId="79465772-0eec-4fc7-951c-7d7065e1b73d" providerId="ADAL" clId="{2B133FA8-5F9D-4894-AE88-2BFCDCB24E54}" dt="2026-10-01T06:00:23.586" v="354" actId="27636"/>
          <ac:spMkLst>
            <pc:docMk/>
            <pc:sldMk cId="1597044541" sldId="298"/>
            <ac:spMk id="36" creationId="{A8B3F188-8E5F-7CC8-F0FF-860697BE74A8}"/>
          </ac:spMkLst>
        </pc:spChg>
        <pc:spChg chg="mod">
          <ac:chgData name="Vipul Pandey" userId="79465772-0eec-4fc7-951c-7d7065e1b73d" providerId="ADAL" clId="{2B133FA8-5F9D-4894-AE88-2BFCDCB24E54}" dt="2026-10-01T06:00:23.689" v="364" actId="27636"/>
          <ac:spMkLst>
            <pc:docMk/>
            <pc:sldMk cId="1597044541" sldId="298"/>
            <ac:spMk id="39" creationId="{2948A0C7-51E1-429B-3D23-A70888B8A15A}"/>
          </ac:spMkLst>
        </pc:spChg>
        <pc:spChg chg="mod">
          <ac:chgData name="Vipul Pandey" userId="79465772-0eec-4fc7-951c-7d7065e1b73d" providerId="ADAL" clId="{2B133FA8-5F9D-4894-AE88-2BFCDCB24E54}" dt="2026-10-01T06:00:23.638" v="358" actId="27636"/>
          <ac:spMkLst>
            <pc:docMk/>
            <pc:sldMk cId="1597044541" sldId="298"/>
            <ac:spMk id="46" creationId="{B60CE80C-57F5-072B-F3FD-BCE78D5BF55A}"/>
          </ac:spMkLst>
        </pc:spChg>
        <pc:spChg chg="mod">
          <ac:chgData name="Vipul Pandey" userId="79465772-0eec-4fc7-951c-7d7065e1b73d" providerId="ADAL" clId="{2B133FA8-5F9D-4894-AE88-2BFCDCB24E54}" dt="2026-10-01T06:00:23.633" v="357" actId="27636"/>
          <ac:spMkLst>
            <pc:docMk/>
            <pc:sldMk cId="1597044541" sldId="298"/>
            <ac:spMk id="48" creationId="{F6478558-D9A8-D03A-3811-62A42565D5D9}"/>
          </ac:spMkLst>
        </pc:spChg>
        <pc:spChg chg="mod">
          <ac:chgData name="Vipul Pandey" userId="79465772-0eec-4fc7-951c-7d7065e1b73d" providerId="ADAL" clId="{2B133FA8-5F9D-4894-AE88-2BFCDCB24E54}" dt="2026-10-01T06:00:23.647" v="360" actId="27636"/>
          <ac:spMkLst>
            <pc:docMk/>
            <pc:sldMk cId="1597044541" sldId="298"/>
            <ac:spMk id="49" creationId="{21A365E5-6D69-EABC-F70E-A06C1A81E405}"/>
          </ac:spMkLst>
        </pc:spChg>
        <pc:spChg chg="mod">
          <ac:chgData name="Vipul Pandey" userId="79465772-0eec-4fc7-951c-7d7065e1b73d" providerId="ADAL" clId="{2B133FA8-5F9D-4894-AE88-2BFCDCB24E54}" dt="2026-10-01T06:00:23.641" v="359" actId="27636"/>
          <ac:spMkLst>
            <pc:docMk/>
            <pc:sldMk cId="1597044541" sldId="298"/>
            <ac:spMk id="54" creationId="{2DB3A440-4884-5BA7-35E4-E75F47EA945C}"/>
          </ac:spMkLst>
        </pc:spChg>
        <pc:spChg chg="mod">
          <ac:chgData name="Vipul Pandey" userId="79465772-0eec-4fc7-951c-7d7065e1b73d" providerId="ADAL" clId="{2B133FA8-5F9D-4894-AE88-2BFCDCB24E54}" dt="2026-10-01T06:00:23.668" v="362" actId="27636"/>
          <ac:spMkLst>
            <pc:docMk/>
            <pc:sldMk cId="1597044541" sldId="298"/>
            <ac:spMk id="79" creationId="{1C314B14-19A8-33CD-C137-B623DA54CF21}"/>
          </ac:spMkLst>
        </pc:spChg>
        <pc:spChg chg="mod">
          <ac:chgData name="Vipul Pandey" userId="79465772-0eec-4fc7-951c-7d7065e1b73d" providerId="ADAL" clId="{2B133FA8-5F9D-4894-AE88-2BFCDCB24E54}" dt="2026-10-01T06:00:23.624" v="356" actId="27636"/>
          <ac:spMkLst>
            <pc:docMk/>
            <pc:sldMk cId="1597044541" sldId="298"/>
            <ac:spMk id="81" creationId="{6A5C4B8E-0248-FCB7-F260-7D15E09AFCAE}"/>
          </ac:spMkLst>
        </pc:spChg>
      </pc:sldChg>
      <pc:sldChg chg="delSp modSp add mod">
        <pc:chgData name="Vipul Pandey" userId="79465772-0eec-4fc7-951c-7d7065e1b73d" providerId="ADAL" clId="{2B133FA8-5F9D-4894-AE88-2BFCDCB24E54}" dt="2026-10-01T07:02:06.408" v="401" actId="478"/>
        <pc:sldMkLst>
          <pc:docMk/>
          <pc:sldMk cId="0" sldId="2147483380"/>
        </pc:sldMkLst>
        <pc:spChg chg="del">
          <ac:chgData name="Vipul Pandey" userId="79465772-0eec-4fc7-951c-7d7065e1b73d" providerId="ADAL" clId="{2B133FA8-5F9D-4894-AE88-2BFCDCB24E54}" dt="2026-10-01T07:02:06.408" v="401" actId="478"/>
          <ac:spMkLst>
            <pc:docMk/>
            <pc:sldMk cId="0" sldId="2147483380"/>
            <ac:spMk id="148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2:06.408" v="401" actId="478"/>
          <ac:spMkLst>
            <pc:docMk/>
            <pc:sldMk cId="0" sldId="2147483380"/>
            <ac:spMk id="153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2:01.754" v="400" actId="478"/>
          <ac:spMkLst>
            <pc:docMk/>
            <pc:sldMk cId="0" sldId="2147483380"/>
            <ac:spMk id="158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2:01.754" v="400" actId="478"/>
          <ac:spMkLst>
            <pc:docMk/>
            <pc:sldMk cId="0" sldId="2147483380"/>
            <ac:spMk id="163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04.290" v="393" actId="478"/>
          <ac:spMkLst>
            <pc:docMk/>
            <pc:sldMk cId="0" sldId="2147483380"/>
            <ac:spMk id="167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68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22.350" v="397" actId="478"/>
          <ac:spMkLst>
            <pc:docMk/>
            <pc:sldMk cId="0" sldId="2147483380"/>
            <ac:spMk id="169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70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71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04.290" v="393" actId="478"/>
          <ac:spMkLst>
            <pc:docMk/>
            <pc:sldMk cId="0" sldId="2147483380"/>
            <ac:spMk id="172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25.484" v="398" actId="478"/>
          <ac:spMkLst>
            <pc:docMk/>
            <pc:sldMk cId="0" sldId="2147483380"/>
            <ac:spMk id="173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29.973" v="399" actId="478"/>
          <ac:spMkLst>
            <pc:docMk/>
            <pc:sldMk cId="0" sldId="2147483380"/>
            <ac:spMk id="174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22.350" v="397" actId="478"/>
          <ac:spMkLst>
            <pc:docMk/>
            <pc:sldMk cId="0" sldId="2147483380"/>
            <ac:spMk id="175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76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04.290" v="393" actId="478"/>
          <ac:spMkLst>
            <pc:docMk/>
            <pc:sldMk cId="0" sldId="2147483380"/>
            <ac:spMk id="177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78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22.350" v="397" actId="478"/>
          <ac:spMkLst>
            <pc:docMk/>
            <pc:sldMk cId="0" sldId="2147483380"/>
            <ac:spMk id="179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80" creationId="{00000000-0000-0000-0000-000000000000}"/>
          </ac:spMkLst>
        </pc:spChg>
        <pc:spChg chg="del">
          <ac:chgData name="Vipul Pandey" userId="79465772-0eec-4fc7-951c-7d7065e1b73d" providerId="ADAL" clId="{2B133FA8-5F9D-4894-AE88-2BFCDCB24E54}" dt="2026-10-01T07:01:17.368" v="396" actId="478"/>
          <ac:spMkLst>
            <pc:docMk/>
            <pc:sldMk cId="0" sldId="2147483380"/>
            <ac:spMk id="181" creationId="{00000000-0000-0000-0000-000000000000}"/>
          </ac:spMkLst>
        </pc:spChg>
        <pc:grpChg chg="mod">
          <ac:chgData name="Vipul Pandey" userId="79465772-0eec-4fc7-951c-7d7065e1b73d" providerId="ADAL" clId="{2B133FA8-5F9D-4894-AE88-2BFCDCB24E54}" dt="2026-10-01T07:01:06.813" v="395" actId="1076"/>
          <ac:grpSpMkLst>
            <pc:docMk/>
            <pc:sldMk cId="0" sldId="2147483380"/>
            <ac:grpSpMk id="204" creationId="{74481DEE-6EC0-9A9E-8F3B-340AF745E181}"/>
          </ac:grpSpMkLst>
        </pc:grpChg>
      </pc:sldChg>
      <pc:sldChg chg="modSp mod">
        <pc:chgData name="Vipul Pandey" userId="79465772-0eec-4fc7-951c-7d7065e1b73d" providerId="ADAL" clId="{2B133FA8-5F9D-4894-AE88-2BFCDCB24E54}" dt="2026-10-01T06:00:23.084" v="350" actId="26606"/>
        <pc:sldMkLst>
          <pc:docMk/>
          <pc:sldMk cId="1096701950" sldId="2147483553"/>
        </pc:sldMkLst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7" creationId="{EEBF271D-38DF-D4DF-5D5E-B63E6260BE72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11" creationId="{9693035D-42CF-83D2-89A9-37A6229B3446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28" creationId="{D199BB6F-BD30-01BE-3C06-0E1CA8E4DF0D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39" creationId="{8DA7901B-D6FE-F6AD-BC5B-8467C7EBBD7E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76" creationId="{6559BF35-6F56-9948-72F4-4C443D824A77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78" creationId="{2576CAA0-6214-1D6B-A52F-4BC2A36CD2B3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100" creationId="{6B32E762-0431-2113-361B-E4BF419F6786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120" creationId="{13EC2DB3-662D-64D8-BC66-50338926C322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3210" creationId="{D2874618-9CAD-FD5D-B08D-B0884B901E88}"/>
          </ac:picMkLst>
        </pc:picChg>
        <pc:picChg chg="mod">
          <ac:chgData name="Vipul Pandey" userId="79465772-0eec-4fc7-951c-7d7065e1b73d" providerId="ADAL" clId="{2B133FA8-5F9D-4894-AE88-2BFCDCB24E54}" dt="2026-10-01T06:00:23.084" v="350" actId="26606"/>
          <ac:picMkLst>
            <pc:docMk/>
            <pc:sldMk cId="1096701950" sldId="2147483553"/>
            <ac:picMk id="3212" creationId="{1081B7CF-F05D-C009-FA81-C8A19CDDAF9A}"/>
          </ac:picMkLst>
        </pc:picChg>
      </pc:sldChg>
      <pc:sldChg chg="modSp mod">
        <pc:chgData name="Vipul Pandey" userId="79465772-0eec-4fc7-951c-7d7065e1b73d" providerId="ADAL" clId="{2B133FA8-5F9D-4894-AE88-2BFCDCB24E54}" dt="2026-09-10T15:49:48.781" v="15" actId="26606"/>
        <pc:sldMkLst>
          <pc:docMk/>
          <pc:sldMk cId="1679790101" sldId="2147483647"/>
        </pc:sldMkLst>
        <pc:grpChg chg="add mod">
          <ac:chgData name="Vipul Pandey" userId="79465772-0eec-4fc7-951c-7d7065e1b73d" providerId="ADAL" clId="{2B133FA8-5F9D-4894-AE88-2BFCDCB24E54}" dt="2026-09-10T15:49:48.781" v="15" actId="26606"/>
          <ac:grpSpMkLst>
            <pc:docMk/>
            <pc:sldMk cId="1679790101" sldId="2147483647"/>
            <ac:grpSpMk id="80" creationId="{F7A820C4-BF50-09E9-F8B2-05D8D9B6772D}"/>
          </ac:grpSpMkLst>
        </pc:grpChg>
      </pc:sldChg>
      <pc:sldMasterChg chg="delSldLayout">
        <pc:chgData name="Vipul Pandey" userId="79465772-0eec-4fc7-951c-7d7065e1b73d" providerId="ADAL" clId="{2B133FA8-5F9D-4894-AE88-2BFCDCB24E54}" dt="2026-09-16T15:26:24.501" v="213" actId="47"/>
        <pc:sldMasterMkLst>
          <pc:docMk/>
          <pc:sldMasterMk cId="3682627519" sldId="2147483669"/>
        </pc:sldMasterMkLst>
      </pc:sldMasterChg>
    </pc:docChg>
  </pc:docChgLst>
  <pc:docChgLst>
    <pc:chgData name="Sudipto Pal" userId="18b2b25d-c0e3-4a22-b56a-21d14377e37a" providerId="ADAL" clId="{8A6FABD4-2373-46E7-A3D6-00DA84D9297F}"/>
    <pc:docChg chg="addSld modSld">
      <pc:chgData name="Sudipto Pal" userId="18b2b25d-c0e3-4a22-b56a-21d14377e37a" providerId="ADAL" clId="{8A6FABD4-2373-46E7-A3D6-00DA84D9297F}" dt="2026-09-07T08:48:33.307" v="1" actId="14100"/>
      <pc:docMkLst>
        <pc:docMk/>
      </pc:docMkLst>
    </pc:docChg>
  </pc:docChgLst>
  <pc:docChgLst>
    <pc:chgData name="Sushruth K R" userId="ce2dcec5-a791-4695-a0f6-88822d606ff6" providerId="ADAL" clId="{6C800422-5565-4357-891A-B345A05524EF}"/>
    <pc:docChg chg="undo custSel addSld delSld modSld sldOrd">
      <pc:chgData name="Sushruth K R" userId="ce2dcec5-a791-4695-a0f6-88822d606ff6" providerId="ADAL" clId="{6C800422-5565-4357-891A-B345A05524EF}" dt="2026-09-27T17:20:32.997" v="179" actId="20577"/>
      <pc:docMkLst>
        <pc:docMk/>
      </pc:docMkLst>
      <pc:sldChg chg="add ord">
        <pc:chgData name="Sushruth K R" userId="ce2dcec5-a791-4695-a0f6-88822d606ff6" providerId="ADAL" clId="{6C800422-5565-4357-891A-B345A05524EF}" dt="2026-09-09T14:32:10.086" v="3"/>
        <pc:sldMkLst>
          <pc:docMk/>
          <pc:sldMk cId="545955354" sldId="256"/>
        </pc:sldMkLst>
      </pc:sldChg>
      <pc:sldChg chg="modSp mod">
        <pc:chgData name="Sushruth K R" userId="ce2dcec5-a791-4695-a0f6-88822d606ff6" providerId="ADAL" clId="{6C800422-5565-4357-891A-B345A05524EF}" dt="2026-09-27T17:20:32.997" v="179" actId="20577"/>
        <pc:sldMkLst>
          <pc:docMk/>
          <pc:sldMk cId="1767228105" sldId="259"/>
        </pc:sldMkLst>
        <pc:spChg chg="mod">
          <ac:chgData name="Sushruth K R" userId="ce2dcec5-a791-4695-a0f6-88822d606ff6" providerId="ADAL" clId="{6C800422-5565-4357-891A-B345A05524EF}" dt="2026-09-27T17:20:32.997" v="179" actId="20577"/>
          <ac:spMkLst>
            <pc:docMk/>
            <pc:sldMk cId="1767228105" sldId="259"/>
            <ac:spMk id="298" creationId="{A2FABD10-315B-0475-285E-B01066E9900A}"/>
          </ac:spMkLst>
        </pc:spChg>
      </pc:sldChg>
      <pc:sldChg chg="delSp modSp mod modShow">
        <pc:chgData name="Sushruth K R" userId="ce2dcec5-a791-4695-a0f6-88822d606ff6" providerId="ADAL" clId="{6C800422-5565-4357-891A-B345A05524EF}" dt="2026-09-27T15:22:20.925" v="112" actId="729"/>
        <pc:sldMkLst>
          <pc:docMk/>
          <pc:sldMk cId="265727235" sldId="260"/>
        </pc:sldMkLst>
        <pc:spChg chg="mod">
          <ac:chgData name="Sushruth K R" userId="ce2dcec5-a791-4695-a0f6-88822d606ff6" providerId="ADAL" clId="{6C800422-5565-4357-891A-B345A05524EF}" dt="2026-09-22T06:45:43.057" v="25" actId="14100"/>
          <ac:spMkLst>
            <pc:docMk/>
            <pc:sldMk cId="265727235" sldId="260"/>
            <ac:spMk id="78" creationId="{95C8E132-8A08-D7E9-246D-A3E01E9D5071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412" creationId="{1D5E285F-DAE9-9532-6D3B-CC76853C25B8}"/>
          </ac:spMkLst>
        </pc:spChg>
        <pc:spChg chg="mod">
          <ac:chgData name="Sushruth K R" userId="ce2dcec5-a791-4695-a0f6-88822d606ff6" providerId="ADAL" clId="{6C800422-5565-4357-891A-B345A05524EF}" dt="2026-09-22T06:51:34.434" v="90" actId="1036"/>
          <ac:spMkLst>
            <pc:docMk/>
            <pc:sldMk cId="265727235" sldId="260"/>
            <ac:spMk id="415" creationId="{EDD56C5E-18FE-9985-B997-BFFF7FDC2FBD}"/>
          </ac:spMkLst>
        </pc:spChg>
        <pc:spChg chg="mod">
          <ac:chgData name="Sushruth K R" userId="ce2dcec5-a791-4695-a0f6-88822d606ff6" providerId="ADAL" clId="{6C800422-5565-4357-891A-B345A05524EF}" dt="2026-09-22T06:51:34.434" v="90" actId="1036"/>
          <ac:spMkLst>
            <pc:docMk/>
            <pc:sldMk cId="265727235" sldId="260"/>
            <ac:spMk id="417" creationId="{DC645B6C-EF98-E269-8310-2B58BFE506DA}"/>
          </ac:spMkLst>
        </pc:spChg>
        <pc:spChg chg="mod">
          <ac:chgData name="Sushruth K R" userId="ce2dcec5-a791-4695-a0f6-88822d606ff6" providerId="ADAL" clId="{6C800422-5565-4357-891A-B345A05524EF}" dt="2026-09-22T06:51:19.350" v="78" actId="1076"/>
          <ac:spMkLst>
            <pc:docMk/>
            <pc:sldMk cId="265727235" sldId="260"/>
            <ac:spMk id="420" creationId="{584854C1-4E4C-344A-F605-F7E678E50C53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450" creationId="{C2DA8DD4-03EA-B553-A274-EB054921095A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489" creationId="{24D53427-0ED6-7C3C-5331-226FDAF9AF25}"/>
          </ac:spMkLst>
        </pc:spChg>
        <pc:spChg chg="mod">
          <ac:chgData name="Sushruth K R" userId="ce2dcec5-a791-4695-a0f6-88822d606ff6" providerId="ADAL" clId="{6C800422-5565-4357-891A-B345A05524EF}" dt="2026-09-22T06:51:52.449" v="99" actId="1076"/>
          <ac:spMkLst>
            <pc:docMk/>
            <pc:sldMk cId="265727235" sldId="260"/>
            <ac:spMk id="515" creationId="{8089213E-E9A5-68F5-D255-0F07E312B44B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520" creationId="{0C3C1A0E-D098-8B80-C63F-6F660934A0DB}"/>
          </ac:spMkLst>
        </pc:spChg>
        <pc:spChg chg="mod">
          <ac:chgData name="Sushruth K R" userId="ce2dcec5-a791-4695-a0f6-88822d606ff6" providerId="ADAL" clId="{6C800422-5565-4357-891A-B345A05524EF}" dt="2026-09-22T06:51:34.434" v="90" actId="1036"/>
          <ac:spMkLst>
            <pc:docMk/>
            <pc:sldMk cId="265727235" sldId="260"/>
            <ac:spMk id="564" creationId="{B127144C-1DC2-8E78-1B51-634C37429A9E}"/>
          </ac:spMkLst>
        </pc:spChg>
        <pc:spChg chg="mod">
          <ac:chgData name="Sushruth K R" userId="ce2dcec5-a791-4695-a0f6-88822d606ff6" providerId="ADAL" clId="{6C800422-5565-4357-891A-B345A05524EF}" dt="2026-09-22T06:51:34.434" v="90" actId="1036"/>
          <ac:spMkLst>
            <pc:docMk/>
            <pc:sldMk cId="265727235" sldId="260"/>
            <ac:spMk id="566" creationId="{1AC65563-C82D-9736-28CB-801C05A4ECDE}"/>
          </ac:spMkLst>
        </pc:spChg>
        <pc:spChg chg="mod">
          <ac:chgData name="Sushruth K R" userId="ce2dcec5-a791-4695-a0f6-88822d606ff6" providerId="ADAL" clId="{6C800422-5565-4357-891A-B345A05524EF}" dt="2026-09-22T06:51:34.434" v="90" actId="1036"/>
          <ac:spMkLst>
            <pc:docMk/>
            <pc:sldMk cId="265727235" sldId="260"/>
            <ac:spMk id="567" creationId="{80234636-ACAF-9383-84BA-350098EC6C84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570" creationId="{7FABB5FB-4BB5-4BC5-EA53-F398913D51B5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575" creationId="{5A5E7CD4-AFFE-EF3A-A9C2-76F54A38269F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586" creationId="{33E0B1B3-2EE2-98AB-0CF9-A4A8ADFD4483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621" creationId="{B0257060-6DF9-A443-00B7-FA589F7670C8}"/>
          </ac:spMkLst>
        </pc:spChg>
        <pc:spChg chg="mod">
          <ac:chgData name="Sushruth K R" userId="ce2dcec5-a791-4695-a0f6-88822d606ff6" providerId="ADAL" clId="{6C800422-5565-4357-891A-B345A05524EF}" dt="2026-09-22T06:50:49.157" v="56" actId="1035"/>
          <ac:spMkLst>
            <pc:docMk/>
            <pc:sldMk cId="265727235" sldId="260"/>
            <ac:spMk id="628" creationId="{59DD8D59-8465-6B52-8546-C1A096F3BA24}"/>
          </ac:spMkLst>
        </pc:spChg>
        <pc:picChg chg="mod">
          <ac:chgData name="Sushruth K R" userId="ce2dcec5-a791-4695-a0f6-88822d606ff6" providerId="ADAL" clId="{6C800422-5565-4357-891A-B345A05524EF}" dt="2026-09-22T06:51:34.434" v="90" actId="1036"/>
          <ac:picMkLst>
            <pc:docMk/>
            <pc:sldMk cId="265727235" sldId="260"/>
            <ac:picMk id="414" creationId="{C39C0114-A1BD-949A-3C76-420E3D44FA14}"/>
          </ac:picMkLst>
        </pc:picChg>
        <pc:picChg chg="mod">
          <ac:chgData name="Sushruth K R" userId="ce2dcec5-a791-4695-a0f6-88822d606ff6" providerId="ADAL" clId="{6C800422-5565-4357-891A-B345A05524EF}" dt="2026-09-22T06:51:34.434" v="90" actId="1036"/>
          <ac:picMkLst>
            <pc:docMk/>
            <pc:sldMk cId="265727235" sldId="260"/>
            <ac:picMk id="416" creationId="{57274B2C-5C00-142D-C1A9-C32EEC4E3592}"/>
          </ac:picMkLst>
        </pc:picChg>
        <pc:picChg chg="mod">
          <ac:chgData name="Sushruth K R" userId="ce2dcec5-a791-4695-a0f6-88822d606ff6" providerId="ADAL" clId="{6C800422-5565-4357-891A-B345A05524EF}" dt="2026-09-22T06:51:34.434" v="90" actId="1036"/>
          <ac:picMkLst>
            <pc:docMk/>
            <pc:sldMk cId="265727235" sldId="260"/>
            <ac:picMk id="563" creationId="{7043E4BB-311F-27A0-EC61-A6E6936D75B8}"/>
          </ac:picMkLst>
        </pc:picChg>
        <pc:picChg chg="mod">
          <ac:chgData name="Sushruth K R" userId="ce2dcec5-a791-4695-a0f6-88822d606ff6" providerId="ADAL" clId="{6C800422-5565-4357-891A-B345A05524EF}" dt="2026-09-22T06:51:34.434" v="90" actId="1036"/>
          <ac:picMkLst>
            <pc:docMk/>
            <pc:sldMk cId="265727235" sldId="260"/>
            <ac:picMk id="565" creationId="{9DDC7C0F-2B20-10E8-5C2A-AB719A1A7F4E}"/>
          </ac:picMkLst>
        </pc:picChg>
        <pc:picChg chg="mod">
          <ac:chgData name="Sushruth K R" userId="ce2dcec5-a791-4695-a0f6-88822d606ff6" providerId="ADAL" clId="{6C800422-5565-4357-891A-B345A05524EF}" dt="2026-09-22T06:45:19.349" v="22" actId="1036"/>
          <ac:picMkLst>
            <pc:docMk/>
            <pc:sldMk cId="265727235" sldId="260"/>
            <ac:picMk id="579" creationId="{6DD3AE1A-8A11-D04D-23AB-98B18CEC7A5C}"/>
          </ac:picMkLst>
        </pc:picChg>
        <pc:cxnChg chg="mod">
          <ac:chgData name="Sushruth K R" userId="ce2dcec5-a791-4695-a0f6-88822d606ff6" providerId="ADAL" clId="{6C800422-5565-4357-891A-B345A05524EF}" dt="2026-09-22T06:51:34.434" v="90" actId="1036"/>
          <ac:cxnSpMkLst>
            <pc:docMk/>
            <pc:sldMk cId="265727235" sldId="260"/>
            <ac:cxnSpMk id="418" creationId="{CF5E7B90-4D68-4B60-0132-430A022EF6E8}"/>
          </ac:cxnSpMkLst>
        </pc:cxnChg>
        <pc:cxnChg chg="mod">
          <ac:chgData name="Sushruth K R" userId="ce2dcec5-a791-4695-a0f6-88822d606ff6" providerId="ADAL" clId="{6C800422-5565-4357-891A-B345A05524EF}" dt="2026-09-22T06:51:46.118" v="98" actId="1036"/>
          <ac:cxnSpMkLst>
            <pc:docMk/>
            <pc:sldMk cId="265727235" sldId="260"/>
            <ac:cxnSpMk id="431" creationId="{1C6B2AA8-36E0-81EA-94C5-72C65B45FBD2}"/>
          </ac:cxnSpMkLst>
        </pc:cxnChg>
      </pc:sldChg>
      <pc:sldChg chg="modSp add mod">
        <pc:chgData name="Sushruth K R" userId="ce2dcec5-a791-4695-a0f6-88822d606ff6" providerId="ADAL" clId="{6C800422-5565-4357-891A-B345A05524EF}" dt="2026-09-24T05:12:22.187" v="107" actId="20577"/>
        <pc:sldMkLst>
          <pc:docMk/>
          <pc:sldMk cId="898868179" sldId="275"/>
        </pc:sldMkLst>
        <pc:spChg chg="mod">
          <ac:chgData name="Sushruth K R" userId="ce2dcec5-a791-4695-a0f6-88822d606ff6" providerId="ADAL" clId="{6C800422-5565-4357-891A-B345A05524EF}" dt="2026-09-24T05:12:22.187" v="107" actId="20577"/>
          <ac:spMkLst>
            <pc:docMk/>
            <pc:sldMk cId="898868179" sldId="275"/>
            <ac:spMk id="425" creationId="{A0AC598F-8FB1-5EBD-3D81-06B4113A36CC}"/>
          </ac:spMkLst>
        </pc:spChg>
      </pc:sldChg>
      <pc:sldChg chg="add">
        <pc:chgData name="Sushruth K R" userId="ce2dcec5-a791-4695-a0f6-88822d606ff6" providerId="ADAL" clId="{6C800422-5565-4357-891A-B345A05524EF}" dt="2026-09-24T05:12:12.196" v="104"/>
        <pc:sldMkLst>
          <pc:docMk/>
          <pc:sldMk cId="89071273" sldId="276"/>
        </pc:sldMkLst>
      </pc:sldChg>
      <pc:sldChg chg="addSp modSp new mod">
        <pc:chgData name="Sushruth K R" userId="ce2dcec5-a791-4695-a0f6-88822d606ff6" providerId="ADAL" clId="{6C800422-5565-4357-891A-B345A05524EF}" dt="2026-09-27T15:28:12.837" v="157" actId="14100"/>
        <pc:sldMkLst>
          <pc:docMk/>
          <pc:sldMk cId="1910608193" sldId="278"/>
        </pc:sldMkLst>
        <pc:spChg chg="mod">
          <ac:chgData name="Sushruth K R" userId="ce2dcec5-a791-4695-a0f6-88822d606ff6" providerId="ADAL" clId="{6C800422-5565-4357-891A-B345A05524EF}" dt="2026-09-27T15:27:47.841" v="154" actId="20577"/>
          <ac:spMkLst>
            <pc:docMk/>
            <pc:sldMk cId="1910608193" sldId="278"/>
            <ac:spMk id="2" creationId="{17D0C9F1-61E8-4307-A9C7-D4DE9D1E2601}"/>
          </ac:spMkLst>
        </pc:spChg>
        <pc:picChg chg="add mod">
          <ac:chgData name="Sushruth K R" userId="ce2dcec5-a791-4695-a0f6-88822d606ff6" providerId="ADAL" clId="{6C800422-5565-4357-891A-B345A05524EF}" dt="2026-09-27T15:28:12.837" v="157" actId="14100"/>
          <ac:picMkLst>
            <pc:docMk/>
            <pc:sldMk cId="1910608193" sldId="278"/>
            <ac:picMk id="3" creationId="{F18CE730-4867-5E0B-B5DB-FAC11176863E}"/>
          </ac:picMkLst>
        </pc:picChg>
      </pc:sldChg>
      <pc:sldChg chg="modSp add mod ord">
        <pc:chgData name="Sushruth K R" userId="ce2dcec5-a791-4695-a0f6-88822d606ff6" providerId="ADAL" clId="{6C800422-5565-4357-891A-B345A05524EF}" dt="2026-09-27T16:26:31.433" v="158" actId="1076"/>
        <pc:sldMkLst>
          <pc:docMk/>
          <pc:sldMk cId="2383606479" sldId="279"/>
        </pc:sldMkLst>
        <pc:spChg chg="mod">
          <ac:chgData name="Sushruth K R" userId="ce2dcec5-a791-4695-a0f6-88822d606ff6" providerId="ADAL" clId="{6C800422-5565-4357-891A-B345A05524EF}" dt="2026-09-27T16:26:31.433" v="158" actId="1076"/>
          <ac:spMkLst>
            <pc:docMk/>
            <pc:sldMk cId="2383606479" sldId="279"/>
            <ac:spMk id="420" creationId="{584854C1-4E4C-344A-F605-F7E678E50C53}"/>
          </ac:spMkLst>
        </pc:spChg>
      </pc:sldChg>
      <pc:sldChg chg="add">
        <pc:chgData name="Sushruth K R" userId="ce2dcec5-a791-4695-a0f6-88822d606ff6" providerId="ADAL" clId="{6C800422-5565-4357-891A-B345A05524EF}" dt="2026-09-27T17:07:09.731" v="159"/>
        <pc:sldMkLst>
          <pc:docMk/>
          <pc:sldMk cId="1096701950" sldId="2147483553"/>
        </pc:sldMkLst>
      </pc:sldChg>
      <pc:sldChg chg="add ord">
        <pc:chgData name="Sushruth K R" userId="ce2dcec5-a791-4695-a0f6-88822d606ff6" providerId="ADAL" clId="{6C800422-5565-4357-891A-B345A05524EF}" dt="2026-09-09T14:32:10.086" v="3"/>
        <pc:sldMkLst>
          <pc:docMk/>
          <pc:sldMk cId="1679790101" sldId="21474836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AF375-A6F2-489B-88A2-EDECC89D1B3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98356-3F0F-434A-99AF-7879044E6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A457-80B8-3ABF-1567-EBE8EFC1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 - GIA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77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–GIA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58399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 - GIA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351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9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C1930-506F-4A37-5867-8CB5766592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94845" y="6590128"/>
            <a:ext cx="2501900" cy="169560"/>
          </a:xfrm>
        </p:spPr>
        <p:txBody>
          <a:bodyPr/>
          <a:lstStyle/>
          <a:p>
            <a:r>
              <a:rPr lang="en-US"/>
              <a:t>TCS  - GIA Confidential ?????</a:t>
            </a:r>
          </a:p>
        </p:txBody>
      </p:sp>
    </p:spTree>
    <p:extLst>
      <p:ext uri="{BB962C8B-B14F-4D97-AF65-F5344CB8AC3E}">
        <p14:creationId xmlns:p14="http://schemas.microsoft.com/office/powerpoint/2010/main" val="34398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7D87-D3C3-4EBC-8F18-A1178903C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bulleted content layout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6700F0-47BA-4878-9AD3-6E38759C53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1485900"/>
            <a:ext cx="11582400" cy="20497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bulleted 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BD948C-0269-48E0-BF91-1A5CBF28A84C}"/>
              </a:ext>
            </a:extLst>
          </p:cNvPr>
          <p:cNvSpPr/>
          <p:nvPr userDrawn="1"/>
        </p:nvSpPr>
        <p:spPr>
          <a:xfrm>
            <a:off x="0" y="0"/>
            <a:ext cx="80304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7000">
                <a:srgbClr val="E1381E"/>
              </a:gs>
              <a:gs pos="34000">
                <a:srgbClr val="B20F87"/>
              </a:gs>
              <a:gs pos="70000">
                <a:srgbClr val="5600C2"/>
              </a:gs>
              <a:gs pos="51000">
                <a:srgbClr val="7A14A1"/>
              </a:gs>
              <a:gs pos="86000">
                <a:srgbClr val="3F1EE9"/>
              </a:gs>
              <a:gs pos="100000">
                <a:srgbClr val="0F65F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BBB9372-9D75-6CF9-28F7-81E136CE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7973" y="6590128"/>
            <a:ext cx="2501900" cy="169560"/>
          </a:xfrm>
        </p:spPr>
        <p:txBody>
          <a:bodyPr/>
          <a:lstStyle/>
          <a:p>
            <a:r>
              <a:rPr lang="en-US"/>
              <a:t>TCS  - GIA</a:t>
            </a:r>
          </a:p>
        </p:txBody>
      </p:sp>
    </p:spTree>
    <p:extLst>
      <p:ext uri="{BB962C8B-B14F-4D97-AF65-F5344CB8AC3E}">
        <p14:creationId xmlns:p14="http://schemas.microsoft.com/office/powerpoint/2010/main" val="397479978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F9416-28A4-4A9B-B26F-B528BEE5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4D19-4F8C-4EB0-A8C4-D22E01E1549B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69D37-5A7A-4C35-A5B5-0B1956F5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  - GIA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48A5-4A77-468C-8F11-0D71352F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0FC70-48CF-45AC-AD2D-FF6FF08F3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7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D2B7D31-0E81-146A-304A-FBF67EBE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08699" y="6590128"/>
            <a:ext cx="2501900" cy="169560"/>
          </a:xfrm>
        </p:spPr>
        <p:txBody>
          <a:bodyPr/>
          <a:lstStyle/>
          <a:p>
            <a:r>
              <a:rPr lang="en-US"/>
              <a:t>TCS  - GIA Confidential))))))</a:t>
            </a:r>
          </a:p>
        </p:txBody>
      </p:sp>
    </p:spTree>
    <p:extLst>
      <p:ext uri="{BB962C8B-B14F-4D97-AF65-F5344CB8AC3E}">
        <p14:creationId xmlns:p14="http://schemas.microsoft.com/office/powerpoint/2010/main" val="119402201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0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3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TCS  - GIA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 userDrawn="1"/>
        </p:nvSpPr>
        <p:spPr>
          <a:xfrm>
            <a:off x="5287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237837" y="6196838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310750"/>
            <a:ext cx="1689205" cy="40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121911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5F45-0F80-ED05-195B-5483D412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90933-BE28-0531-15F2-AECBC25A9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57749" y="6586257"/>
            <a:ext cx="2501900" cy="169560"/>
          </a:xfrm>
        </p:spPr>
        <p:txBody>
          <a:bodyPr/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–</a:t>
            </a:r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&lt;customer name&gt;</a:t>
            </a: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Confidential</a:t>
            </a:r>
          </a:p>
        </p:txBody>
      </p:sp>
      <p:sp>
        <p:nvSpPr>
          <p:cNvPr id="67" name="Freeform 83">
            <a:extLst>
              <a:ext uri="{FF2B5EF4-FFF2-40B4-BE49-F238E27FC236}">
                <a16:creationId xmlns:a16="http://schemas.microsoft.com/office/drawing/2014/main" id="{7979D6B1-45D8-6D2A-46AD-02167602D78A}"/>
              </a:ext>
            </a:extLst>
          </p:cNvPr>
          <p:cNvSpPr>
            <a:spLocks noEditPoints="1"/>
          </p:cNvSpPr>
          <p:nvPr/>
        </p:nvSpPr>
        <p:spPr bwMode="auto">
          <a:xfrm>
            <a:off x="10264894" y="7383635"/>
            <a:ext cx="205740" cy="180265"/>
          </a:xfrm>
          <a:custGeom>
            <a:avLst/>
            <a:gdLst>
              <a:gd name="T0" fmla="*/ 68 w 106"/>
              <a:gd name="T1" fmla="*/ 75 h 111"/>
              <a:gd name="T2" fmla="*/ 105 w 106"/>
              <a:gd name="T3" fmla="*/ 21 h 111"/>
              <a:gd name="T4" fmla="*/ 105 w 106"/>
              <a:gd name="T5" fmla="*/ 17 h 111"/>
              <a:gd name="T6" fmla="*/ 96 w 106"/>
              <a:gd name="T7" fmla="*/ 8 h 111"/>
              <a:gd name="T8" fmla="*/ 92 w 106"/>
              <a:gd name="T9" fmla="*/ 8 h 111"/>
              <a:gd name="T10" fmla="*/ 88 w 106"/>
              <a:gd name="T11" fmla="*/ 13 h 111"/>
              <a:gd name="T12" fmla="*/ 83 w 106"/>
              <a:gd name="T13" fmla="*/ 13 h 111"/>
              <a:gd name="T14" fmla="*/ 83 w 106"/>
              <a:gd name="T15" fmla="*/ 0 h 111"/>
              <a:gd name="T16" fmla="*/ 22 w 106"/>
              <a:gd name="T17" fmla="*/ 0 h 111"/>
              <a:gd name="T18" fmla="*/ 22 w 106"/>
              <a:gd name="T19" fmla="*/ 13 h 111"/>
              <a:gd name="T20" fmla="*/ 18 w 106"/>
              <a:gd name="T21" fmla="*/ 13 h 111"/>
              <a:gd name="T22" fmla="*/ 14 w 106"/>
              <a:gd name="T23" fmla="*/ 8 h 111"/>
              <a:gd name="T24" fmla="*/ 9 w 106"/>
              <a:gd name="T25" fmla="*/ 8 h 111"/>
              <a:gd name="T26" fmla="*/ 0 w 106"/>
              <a:gd name="T27" fmla="*/ 17 h 111"/>
              <a:gd name="T28" fmla="*/ 0 w 106"/>
              <a:gd name="T29" fmla="*/ 21 h 111"/>
              <a:gd name="T30" fmla="*/ 38 w 106"/>
              <a:gd name="T31" fmla="*/ 75 h 111"/>
              <a:gd name="T32" fmla="*/ 49 w 106"/>
              <a:gd name="T33" fmla="*/ 80 h 111"/>
              <a:gd name="T34" fmla="*/ 49 w 106"/>
              <a:gd name="T35" fmla="*/ 84 h 111"/>
              <a:gd name="T36" fmla="*/ 44 w 106"/>
              <a:gd name="T37" fmla="*/ 87 h 111"/>
              <a:gd name="T38" fmla="*/ 49 w 106"/>
              <a:gd name="T39" fmla="*/ 89 h 111"/>
              <a:gd name="T40" fmla="*/ 49 w 106"/>
              <a:gd name="T41" fmla="*/ 94 h 111"/>
              <a:gd name="T42" fmla="*/ 44 w 106"/>
              <a:gd name="T43" fmla="*/ 98 h 111"/>
              <a:gd name="T44" fmla="*/ 39 w 106"/>
              <a:gd name="T45" fmla="*/ 102 h 111"/>
              <a:gd name="T46" fmla="*/ 35 w 106"/>
              <a:gd name="T47" fmla="*/ 106 h 111"/>
              <a:gd name="T48" fmla="*/ 39 w 106"/>
              <a:gd name="T49" fmla="*/ 111 h 111"/>
              <a:gd name="T50" fmla="*/ 65 w 106"/>
              <a:gd name="T51" fmla="*/ 111 h 111"/>
              <a:gd name="T52" fmla="*/ 70 w 106"/>
              <a:gd name="T53" fmla="*/ 106 h 111"/>
              <a:gd name="T54" fmla="*/ 66 w 106"/>
              <a:gd name="T55" fmla="*/ 102 h 111"/>
              <a:gd name="T56" fmla="*/ 61 w 106"/>
              <a:gd name="T57" fmla="*/ 98 h 111"/>
              <a:gd name="T58" fmla="*/ 57 w 106"/>
              <a:gd name="T59" fmla="*/ 94 h 111"/>
              <a:gd name="T60" fmla="*/ 57 w 106"/>
              <a:gd name="T61" fmla="*/ 89 h 111"/>
              <a:gd name="T62" fmla="*/ 61 w 106"/>
              <a:gd name="T63" fmla="*/ 87 h 111"/>
              <a:gd name="T64" fmla="*/ 57 w 106"/>
              <a:gd name="T65" fmla="*/ 84 h 111"/>
              <a:gd name="T66" fmla="*/ 57 w 106"/>
              <a:gd name="T67" fmla="*/ 80 h 111"/>
              <a:gd name="T68" fmla="*/ 68 w 106"/>
              <a:gd name="T69" fmla="*/ 75 h 111"/>
              <a:gd name="T70" fmla="*/ 83 w 106"/>
              <a:gd name="T71" fmla="*/ 17 h 111"/>
              <a:gd name="T72" fmla="*/ 88 w 106"/>
              <a:gd name="T73" fmla="*/ 17 h 111"/>
              <a:gd name="T74" fmla="*/ 92 w 106"/>
              <a:gd name="T75" fmla="*/ 13 h 111"/>
              <a:gd name="T76" fmla="*/ 96 w 106"/>
              <a:gd name="T77" fmla="*/ 17 h 111"/>
              <a:gd name="T78" fmla="*/ 96 w 106"/>
              <a:gd name="T79" fmla="*/ 21 h 111"/>
              <a:gd name="T80" fmla="*/ 74 w 106"/>
              <a:gd name="T81" fmla="*/ 58 h 111"/>
              <a:gd name="T82" fmla="*/ 83 w 106"/>
              <a:gd name="T83" fmla="*/ 17 h 111"/>
              <a:gd name="T84" fmla="*/ 30 w 106"/>
              <a:gd name="T85" fmla="*/ 59 h 111"/>
              <a:gd name="T86" fmla="*/ 8 w 106"/>
              <a:gd name="T87" fmla="*/ 22 h 111"/>
              <a:gd name="T88" fmla="*/ 8 w 106"/>
              <a:gd name="T89" fmla="*/ 18 h 111"/>
              <a:gd name="T90" fmla="*/ 12 w 106"/>
              <a:gd name="T91" fmla="*/ 14 h 111"/>
              <a:gd name="T92" fmla="*/ 16 w 106"/>
              <a:gd name="T93" fmla="*/ 18 h 111"/>
              <a:gd name="T94" fmla="*/ 21 w 106"/>
              <a:gd name="T95" fmla="*/ 18 h 111"/>
              <a:gd name="T96" fmla="*/ 30 w 106"/>
              <a:gd name="T97" fmla="*/ 59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6" h="111">
                <a:moveTo>
                  <a:pt x="68" y="75"/>
                </a:moveTo>
                <a:cubicBezTo>
                  <a:pt x="106" y="51"/>
                  <a:pt x="105" y="21"/>
                  <a:pt x="105" y="21"/>
                </a:cubicBezTo>
                <a:cubicBezTo>
                  <a:pt x="105" y="17"/>
                  <a:pt x="105" y="17"/>
                  <a:pt x="105" y="17"/>
                </a:cubicBezTo>
                <a:cubicBezTo>
                  <a:pt x="105" y="17"/>
                  <a:pt x="105" y="8"/>
                  <a:pt x="96" y="8"/>
                </a:cubicBezTo>
                <a:cubicBezTo>
                  <a:pt x="94" y="8"/>
                  <a:pt x="92" y="8"/>
                  <a:pt x="92" y="8"/>
                </a:cubicBezTo>
                <a:cubicBezTo>
                  <a:pt x="88" y="8"/>
                  <a:pt x="88" y="13"/>
                  <a:pt x="88" y="13"/>
                </a:cubicBezTo>
                <a:cubicBezTo>
                  <a:pt x="88" y="13"/>
                  <a:pt x="86" y="13"/>
                  <a:pt x="83" y="13"/>
                </a:cubicBezTo>
                <a:cubicBezTo>
                  <a:pt x="83" y="9"/>
                  <a:pt x="83" y="0"/>
                  <a:pt x="83" y="0"/>
                </a:cubicBezTo>
                <a:cubicBezTo>
                  <a:pt x="45" y="5"/>
                  <a:pt x="22" y="0"/>
                  <a:pt x="22" y="0"/>
                </a:cubicBezTo>
                <a:cubicBezTo>
                  <a:pt x="22" y="13"/>
                  <a:pt x="22" y="13"/>
                  <a:pt x="22" y="13"/>
                </a:cubicBezTo>
                <a:cubicBezTo>
                  <a:pt x="19" y="13"/>
                  <a:pt x="18" y="13"/>
                  <a:pt x="18" y="13"/>
                </a:cubicBezTo>
                <a:cubicBezTo>
                  <a:pt x="18" y="13"/>
                  <a:pt x="18" y="8"/>
                  <a:pt x="14" y="8"/>
                </a:cubicBezTo>
                <a:cubicBezTo>
                  <a:pt x="14" y="8"/>
                  <a:pt x="11" y="8"/>
                  <a:pt x="9" y="8"/>
                </a:cubicBezTo>
                <a:cubicBezTo>
                  <a:pt x="1" y="8"/>
                  <a:pt x="0" y="17"/>
                  <a:pt x="0" y="17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51"/>
                  <a:pt x="38" y="75"/>
                </a:cubicBezTo>
                <a:cubicBezTo>
                  <a:pt x="38" y="75"/>
                  <a:pt x="42" y="80"/>
                  <a:pt x="49" y="80"/>
                </a:cubicBezTo>
                <a:cubicBezTo>
                  <a:pt x="49" y="84"/>
                  <a:pt x="49" y="84"/>
                  <a:pt x="49" y="84"/>
                </a:cubicBezTo>
                <a:cubicBezTo>
                  <a:pt x="49" y="84"/>
                  <a:pt x="44" y="84"/>
                  <a:pt x="44" y="87"/>
                </a:cubicBezTo>
                <a:cubicBezTo>
                  <a:pt x="44" y="89"/>
                  <a:pt x="49" y="89"/>
                  <a:pt x="49" y="89"/>
                </a:cubicBezTo>
                <a:cubicBezTo>
                  <a:pt x="49" y="94"/>
                  <a:pt x="49" y="94"/>
                  <a:pt x="49" y="94"/>
                </a:cubicBezTo>
                <a:cubicBezTo>
                  <a:pt x="49" y="94"/>
                  <a:pt x="48" y="98"/>
                  <a:pt x="44" y="98"/>
                </a:cubicBezTo>
                <a:cubicBezTo>
                  <a:pt x="44" y="102"/>
                  <a:pt x="39" y="102"/>
                  <a:pt x="39" y="102"/>
                </a:cubicBezTo>
                <a:cubicBezTo>
                  <a:pt x="39" y="102"/>
                  <a:pt x="35" y="103"/>
                  <a:pt x="35" y="106"/>
                </a:cubicBezTo>
                <a:cubicBezTo>
                  <a:pt x="35" y="106"/>
                  <a:pt x="34" y="111"/>
                  <a:pt x="39" y="111"/>
                </a:cubicBezTo>
                <a:cubicBezTo>
                  <a:pt x="46" y="111"/>
                  <a:pt x="65" y="111"/>
                  <a:pt x="65" y="111"/>
                </a:cubicBezTo>
                <a:cubicBezTo>
                  <a:pt x="70" y="111"/>
                  <a:pt x="70" y="106"/>
                  <a:pt x="70" y="106"/>
                </a:cubicBezTo>
                <a:cubicBezTo>
                  <a:pt x="70" y="106"/>
                  <a:pt x="70" y="102"/>
                  <a:pt x="66" y="102"/>
                </a:cubicBezTo>
                <a:cubicBezTo>
                  <a:pt x="61" y="102"/>
                  <a:pt x="61" y="98"/>
                  <a:pt x="61" y="98"/>
                </a:cubicBezTo>
                <a:cubicBezTo>
                  <a:pt x="61" y="98"/>
                  <a:pt x="57" y="98"/>
                  <a:pt x="57" y="94"/>
                </a:cubicBezTo>
                <a:cubicBezTo>
                  <a:pt x="57" y="89"/>
                  <a:pt x="57" y="89"/>
                  <a:pt x="57" y="89"/>
                </a:cubicBezTo>
                <a:cubicBezTo>
                  <a:pt x="57" y="89"/>
                  <a:pt x="61" y="89"/>
                  <a:pt x="61" y="87"/>
                </a:cubicBezTo>
                <a:cubicBezTo>
                  <a:pt x="61" y="84"/>
                  <a:pt x="57" y="84"/>
                  <a:pt x="57" y="84"/>
                </a:cubicBezTo>
                <a:cubicBezTo>
                  <a:pt x="57" y="80"/>
                  <a:pt x="57" y="80"/>
                  <a:pt x="57" y="80"/>
                </a:cubicBezTo>
                <a:cubicBezTo>
                  <a:pt x="61" y="80"/>
                  <a:pt x="65" y="79"/>
                  <a:pt x="68" y="75"/>
                </a:cubicBezTo>
                <a:close/>
                <a:moveTo>
                  <a:pt x="83" y="17"/>
                </a:moveTo>
                <a:cubicBezTo>
                  <a:pt x="84" y="17"/>
                  <a:pt x="88" y="17"/>
                  <a:pt x="88" y="17"/>
                </a:cubicBezTo>
                <a:cubicBezTo>
                  <a:pt x="92" y="17"/>
                  <a:pt x="92" y="13"/>
                  <a:pt x="92" y="13"/>
                </a:cubicBezTo>
                <a:cubicBezTo>
                  <a:pt x="96" y="13"/>
                  <a:pt x="96" y="17"/>
                  <a:pt x="96" y="17"/>
                </a:cubicBezTo>
                <a:cubicBezTo>
                  <a:pt x="96" y="21"/>
                  <a:pt x="96" y="21"/>
                  <a:pt x="96" y="21"/>
                </a:cubicBezTo>
                <a:cubicBezTo>
                  <a:pt x="96" y="21"/>
                  <a:pt x="96" y="38"/>
                  <a:pt x="74" y="58"/>
                </a:cubicBezTo>
                <a:cubicBezTo>
                  <a:pt x="79" y="50"/>
                  <a:pt x="83" y="31"/>
                  <a:pt x="83" y="17"/>
                </a:cubicBezTo>
                <a:close/>
                <a:moveTo>
                  <a:pt x="30" y="59"/>
                </a:moveTo>
                <a:cubicBezTo>
                  <a:pt x="9" y="39"/>
                  <a:pt x="8" y="22"/>
                  <a:pt x="8" y="22"/>
                </a:cubicBezTo>
                <a:cubicBezTo>
                  <a:pt x="8" y="18"/>
                  <a:pt x="8" y="18"/>
                  <a:pt x="8" y="18"/>
                </a:cubicBezTo>
                <a:cubicBezTo>
                  <a:pt x="8" y="18"/>
                  <a:pt x="7" y="14"/>
                  <a:pt x="12" y="14"/>
                </a:cubicBezTo>
                <a:cubicBezTo>
                  <a:pt x="12" y="14"/>
                  <a:pt x="12" y="18"/>
                  <a:pt x="16" y="18"/>
                </a:cubicBezTo>
                <a:cubicBezTo>
                  <a:pt x="16" y="18"/>
                  <a:pt x="20" y="18"/>
                  <a:pt x="21" y="18"/>
                </a:cubicBezTo>
                <a:cubicBezTo>
                  <a:pt x="20" y="32"/>
                  <a:pt x="25" y="51"/>
                  <a:pt x="30" y="59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955354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655CE9329F4942AF68365665D5FF9F" ma:contentTypeVersion="7" ma:contentTypeDescription="Create a new document." ma:contentTypeScope="" ma:versionID="566248e58cd2a76260cbfd9d0e75b91d">
  <xsd:schema xmlns:xsd="http://www.w3.org/2001/XMLSchema" xmlns:xs="http://www.w3.org/2001/XMLSchema" xmlns:p="http://schemas.microsoft.com/office/2006/metadata/properties" xmlns:ns2="693fd427-f27b-40ab-bcf7-729856091052" targetNamespace="http://schemas.microsoft.com/office/2006/metadata/properties" ma:root="true" ma:fieldsID="ba602599a79135206b7237f39c6a7c5d" ns2:_="">
    <xsd:import namespace="693fd427-f27b-40ab-bcf7-7298560910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3fd427-f27b-40ab-bcf7-7298560910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012DC5-95BE-475E-A602-4F1BC868A23C}">
  <ds:schemaRefs>
    <ds:schemaRef ds:uri="693fd427-f27b-40ab-bcf7-7298560910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B348061-9DEA-4563-9D1A-58678049C6AB}">
  <ds:schemaRefs>
    <ds:schemaRef ds:uri="693fd427-f27b-40ab-bcf7-7298560910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D68964-8C60-4976-8415-F70227FF7C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Content Slide_White_with color logo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Sushruth K R</dc:creator>
  <cp:lastModifiedBy>Subhadeep Ghosh</cp:lastModifiedBy>
  <cp:revision>2</cp:revision>
  <dcterms:created xsi:type="dcterms:W3CDTF">2026-09-04T14:32:00Z</dcterms:created>
  <dcterms:modified xsi:type="dcterms:W3CDTF">2026-10-10T17:04:50Z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0x01010021655CE9329F4942AF68365665D5FF9F</vt:lpwstr>
  </property>
</Properties>
</file>